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add440e37c414e" /><Relationship Type="http://schemas.openxmlformats.org/officeDocument/2006/relationships/extended-properties" Target="/docProps/app.xml" Id="R9b703af05f844f44" /><Relationship Type="http://schemas.openxmlformats.org/officeDocument/2006/relationships/officeDocument" Target="/ppt/presentation.xml" Id="R27fde6148c6442f7" /></Relationships>
</file>

<file path=ppt/presentation.xml><?xml version="1.0" encoding="utf-8"?>
<p:presentation xmlns:p="http://schemas.openxmlformats.org/presentationml/2006/main">
  <p:sldMasterIdLst>
    <p:sldMasterId xmlns:r="http://schemas.openxmlformats.org/officeDocument/2006/relationships" id="2147483648" r:id="Rb10f12c465ac4dbe"/>
  </p:sldMasterIdLst>
  <p:notesMasterIdLst>
    <p:notesMasterId xmlns:r="http://schemas.openxmlformats.org/officeDocument/2006/relationships" r:id="R90b3c22521f34c08"/>
  </p:notesMasterIdLst>
  <p:sldIdLst>
    <p:sldId xmlns:r="http://schemas.openxmlformats.org/officeDocument/2006/relationships" id="256" r:id="R242ab358fa154a8e"/>
    <p:sldId xmlns:r="http://schemas.openxmlformats.org/officeDocument/2006/relationships" id="257" r:id="Rc81866b7b5ab4ea0"/>
    <p:sldId xmlns:r="http://schemas.openxmlformats.org/officeDocument/2006/relationships" id="258" r:id="R9723fd178cb74f39"/>
    <p:sldId xmlns:r="http://schemas.openxmlformats.org/officeDocument/2006/relationships" id="259" r:id="R0ded2f3429bd4a14"/>
    <p:sldId xmlns:r="http://schemas.openxmlformats.org/officeDocument/2006/relationships" id="260" r:id="Rba962c41535a4b18"/>
    <p:sldId xmlns:r="http://schemas.openxmlformats.org/officeDocument/2006/relationships" id="261" r:id="R32a374906fd64076"/>
    <p:sldId xmlns:r="http://schemas.openxmlformats.org/officeDocument/2006/relationships" id="262" r:id="Rebfb05f2cf264206"/>
    <p:sldId xmlns:r="http://schemas.openxmlformats.org/officeDocument/2006/relationships" id="263" r:id="R0f9875c3989c4f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f4d7fbfc4342cc" /><Relationship Type="http://schemas.openxmlformats.org/officeDocument/2006/relationships/slideMaster" Target="/ppt/slideMasters/slideMaster1.xml" Id="Rb10f12c465ac4dbe" /><Relationship Type="http://schemas.openxmlformats.org/officeDocument/2006/relationships/notesMaster" Target="/ppt/notesMasters/notesMaster1.xml" Id="R90b3c22521f34c08" /><Relationship Type="http://schemas.openxmlformats.org/officeDocument/2006/relationships/presProps" Target="/ppt/presProps.xml" Id="Ra330269081354090" /><Relationship Type="http://schemas.openxmlformats.org/officeDocument/2006/relationships/tableStyles" Target="/ppt/tableStyles.xml" Id="R82164b6fc4494f8f" /><Relationship Type="http://schemas.openxmlformats.org/officeDocument/2006/relationships/slide" Target="/ppt/slides/slide1.xml" Id="R242ab358fa154a8e" /><Relationship Type="http://schemas.openxmlformats.org/officeDocument/2006/relationships/slide" Target="/ppt/slides/slide2.xml" Id="Rc81866b7b5ab4ea0" /><Relationship Type="http://schemas.openxmlformats.org/officeDocument/2006/relationships/slide" Target="/ppt/slides/slide3.xml" Id="R9723fd178cb74f39" /><Relationship Type="http://schemas.openxmlformats.org/officeDocument/2006/relationships/slide" Target="/ppt/slides/slide4.xml" Id="R0ded2f3429bd4a14" /><Relationship Type="http://schemas.openxmlformats.org/officeDocument/2006/relationships/slide" Target="/ppt/slides/slide5.xml" Id="Rba962c41535a4b18" /><Relationship Type="http://schemas.openxmlformats.org/officeDocument/2006/relationships/slide" Target="/ppt/slides/slide6.xml" Id="R32a374906fd64076" /><Relationship Type="http://schemas.openxmlformats.org/officeDocument/2006/relationships/slide" Target="/ppt/slides/slide7.xml" Id="Rebfb05f2cf264206" /><Relationship Type="http://schemas.openxmlformats.org/officeDocument/2006/relationships/slide" Target="/ppt/slides/slide8.xml" Id="R0f9875c3989c4f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571e8750b646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ceeb69dfd2441c" /><Relationship Type="http://schemas.openxmlformats.org/officeDocument/2006/relationships/notesMaster" Target="/ppt/notesMasters/notesMaster1.xml" Id="R42068689dd764e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52782dc88a4c4a" /><Relationship Type="http://schemas.openxmlformats.org/officeDocument/2006/relationships/notesMaster" Target="/ppt/notesMasters/notesMaster1.xml" Id="R2f750e4e390143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f2c43b30ae42ff" /><Relationship Type="http://schemas.openxmlformats.org/officeDocument/2006/relationships/notesMaster" Target="/ppt/notesMasters/notesMaster1.xml" Id="Re86dc28ddc8940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50595a9af748af" /><Relationship Type="http://schemas.openxmlformats.org/officeDocument/2006/relationships/notesMaster" Target="/ppt/notesMasters/notesMaster1.xml" Id="R4f016a9bd27440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8375fdfc3f41c8" /><Relationship Type="http://schemas.openxmlformats.org/officeDocument/2006/relationships/notesMaster" Target="/ppt/notesMasters/notesMaster1.xml" Id="R23f18a72d80549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f52041ab604e96" /><Relationship Type="http://schemas.openxmlformats.org/officeDocument/2006/relationships/notesMaster" Target="/ppt/notesMasters/notesMaster1.xml" Id="Rbff2318fdd4e45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e8a29201bd4ce3" /><Relationship Type="http://schemas.openxmlformats.org/officeDocument/2006/relationships/notesMaster" Target="/ppt/notesMasters/notesMaster1.xml" Id="R083aeb57827b46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a8420aec084a46" /><Relationship Type="http://schemas.openxmlformats.org/officeDocument/2006/relationships/notesMaster" Target="/ppt/notesMasters/notesMaster1.xml" Id="R6da774ad648f41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Presentamos Pedidos360, una plataforma de pedidos desplegada con servicios cloud-native. En tres minutos recorreremos la arquitectura, el inicio de sesión con Entra ID, la protección de API Gateway, el despliegue en Docker y la mensajería RabbitMQ.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frontend React se sirve desde Nginx en EC2. Los usuarios se autentican en Microsoft Entra ID y la aplicación envía solicitudes al API Gateway de AWS. El gateway valida el JWT y distribuye las rutas a los tres servicios Spring Boot. Cada servicio persiste en MariaDB. RabbitMQ conecta los servicios de forma asíncrona, y rabbit-service administra los recursos del broker.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Entra ID se registra la aplicación de una sola página y se configuran los URI de retorno. MSAL inicia el flujo OpenID Connect con Authorization Code y PKCE. La aplicación solicita permisos delimitados por scopes, por ejemplo lectura y escritura de usuarios, ítems y categorías. El usuario recibe un JWT para llamar a la API. En el sitio desplegado se usa HTTPS en Nginx, porque el navegador requiere un contexto seguro para las capacidades criptográficas del flujo.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AWS API Gateway recibe las solicitudes y aplica el JWT authorizer contra el emisor de Entra ID. Las rutas proxy conservan el path y envían usuarios, ítems y categorías a sus respectivos microservicios Docker. CORS limita los orígenes, métodos y encabezados permitidos. Las solicitudes OPTIONS atienden el preflight del navegador sin exigir token; las rutas funcionales sí exigen un JWT.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imágenes separan compilación y ejecución. Los servicios Java se compilan con JDK y Maven, y corren con JRE y el JAR generado. El frontend se construye con Node y Vite, y Nginx sirve los archivos estáticos. Las imágenes se publican en Docker Hub y EC2 las ejecuta. Para mantenerlas activas después de reinicios se usa la política de Docker --restart unless-stopped; la política de reinicio pertenece al daemon de Docker.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RabbitMQ corre como un clúster de dos nodos definido en docker-compose. Los productores publican en el exchange topic shopping.events, que enruta a tres colas durables por clave. Si un consumidor falla tras los reintentos, el broker usa shopping.dlx, de tipo direct, para enviar el mensaje a la DLQ correspondiente. rabbit-service ofrece administración de colas, exchanges y bindings.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despliegue publica la aplicación en EC2 con Elastic IP y reglas de Security Group que limitan los puertos accesibles. Nginx sirve el frontend por HTTPS. API Gateway valida el JWT emitido por Entra ID. La prueba de seguridad esperada devuelve 401 cuando la solicitud no incluye token y 200 cuando incluye un token válido para la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Pedidos360 reúne autenticación centralizada, rutas protegidas, tres microservicios y mensajería asíncrona en una arquitectura desplegable en AWS. Los siguientes pasos son usar un certificado de producción con renovación automática, mover las credenciales fuera del código y probar mayor tolerancia a fallos con más nodos RabbitMQ. Gracias.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dddf8e5e2146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e584c74cb145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24bdef0b0e4e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ed692a375e41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32726e8918a4b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11d99d0d9b45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697D9D-F81C-48C5-89B0-60E1B7EC119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1308D74-BA9E-4449-B166-118151CA6A6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5E1F59C-C1F1-4E96-A5BF-8B8B5F2CBB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8E7BD2-C81A-496C-8275-71C4EF53FA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62427A-5861-47BE-B56A-E7864737D56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A8FB979-8280-48EB-A937-BD9FCAC69F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8C1646-DE8E-46C0-8E2D-95159D425E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87DD8C3-B0A1-429C-BC34-81D191E4C6D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7A8407-AB2F-4337-94C0-5B16E4E801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900397-E083-4BA7-88FB-C59B5C3B11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9847adcffc4a8e" /><Relationship Type="http://schemas.openxmlformats.org/officeDocument/2006/relationships/slideLayout" Target="/ppt/slideLayouts/slideLayout1.xml" Id="R3d08ce57dbf04b1f" /><Relationship Type="http://schemas.openxmlformats.org/officeDocument/2006/relationships/slideLayout" Target="/ppt/slideLayouts/slideLayout2.xml" Id="Rbd06ab89bb324e2e" /><Relationship Type="http://schemas.openxmlformats.org/officeDocument/2006/relationships/slideLayout" Target="/ppt/slideLayouts/slideLayout3.xml" Id="R5354cf0264d942a6" /><Relationship Type="http://schemas.openxmlformats.org/officeDocument/2006/relationships/slideLayout" Target="/ppt/slideLayouts/slideLayout4.xml" Id="Rc32cf6b915a0429f" /><Relationship Type="http://schemas.openxmlformats.org/officeDocument/2006/relationships/slideLayout" Target="/ppt/slideLayouts/slideLayout5.xml" Id="R6f82bc12b29a4e83" /><Relationship Type="http://schemas.openxmlformats.org/officeDocument/2006/relationships/slideLayout" Target="/ppt/slideLayouts/slideLayout6.xml" Id="R6208a392c35548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08ce57dbf04b1f"/>
    <p:sldLayoutId xmlns:r="http://schemas.openxmlformats.org/officeDocument/2006/relationships" id="2147483650" r:id="Rbd06ab89bb324e2e"/>
    <p:sldLayoutId xmlns:r="http://schemas.openxmlformats.org/officeDocument/2006/relationships" id="2147483651" r:id="R5354cf0264d942a6"/>
    <p:sldLayoutId xmlns:r="http://schemas.openxmlformats.org/officeDocument/2006/relationships" id="2147483652" r:id="Rc32cf6b915a0429f"/>
    <p:sldLayoutId xmlns:r="http://schemas.openxmlformats.org/officeDocument/2006/relationships" id="2147483653" r:id="R6f82bc12b29a4e83"/>
    <p:sldLayoutId xmlns:r="http://schemas.openxmlformats.org/officeDocument/2006/relationships" id="2147483654" r:id="R6208a392c35548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7a00bc9f6b9459f" /><Relationship Type="http://schemas.openxmlformats.org/officeDocument/2006/relationships/notesSlide" Target="/ppt/notesSlides/notesSlide1.xml" Id="R5875969db00242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e631f65150749f7" /><Relationship Type="http://schemas.openxmlformats.org/officeDocument/2006/relationships/notesSlide" Target="/ppt/notesSlides/notesSlide2.xml" Id="R5cbf91b961e54b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ba0ddead9d4b7e" /><Relationship Type="http://schemas.openxmlformats.org/officeDocument/2006/relationships/notesSlide" Target="/ppt/notesSlides/notesSlide3.xml" Id="R937ff77c555c4a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f459633fb7d4583" /><Relationship Type="http://schemas.openxmlformats.org/officeDocument/2006/relationships/notesSlide" Target="/ppt/notesSlides/notesSlide4.xml" Id="R7184b0f5e96944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2192b6050bf4ac2" /><Relationship Type="http://schemas.openxmlformats.org/officeDocument/2006/relationships/notesSlide" Target="/ppt/notesSlides/notesSlide5.xml" Id="Rcd3c638f931540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f6433febfb442ba" /><Relationship Type="http://schemas.openxmlformats.org/officeDocument/2006/relationships/notesSlide" Target="/ppt/notesSlides/notesSlide6.xml" Id="R5d8c104fd6c944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2a2ae0251dd4693" /><Relationship Type="http://schemas.openxmlformats.org/officeDocument/2006/relationships/notesSlide" Target="/ppt/notesSlides/notesSlide7.xml" Id="Racb704db8fad41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5a6e716f86848ff" /><Relationship Type="http://schemas.openxmlformats.org/officeDocument/2006/relationships/notesSlide" Target="/ppt/notesSlides/notesSlide8.xml" Id="R1e24b03e5b6c4aa6" /></Relationships>
</file>

<file path=ppt/slides/slide1.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C1E7F2-A315-4DAD-8B87-0D0DDB0E4095}"/>
              </a:ext>
            </a:extLst>
          </p:cNvPr>
          <p:cNvSpPr>
            <a:spLocks xmlns:a="http://schemas.openxmlformats.org/drawingml/2006/main" noGrp="1"/>
          </p:cNvSpPr>
          <p:nvPr/>
        </p:nvSpPr>
        <p:spPr>
          <a:xfrm xmlns:a="http://schemas.openxmlformats.org/drawingml/2006/main">
            <a:off x="0" y="0"/>
            <a:ext cx="161925" cy="6858000"/>
          </a:xfrm>
          <a:prstGeom xmlns:a="http://schemas.openxmlformats.org/drawingml/2006/main" prst="rect">
            <a:avLst/>
          </a:prstGeom>
          <a:solidFill xmlns:a="http://schemas.openxmlformats.org/drawingml/2006/main">
            <a:srgbClr val="42C6C6"/>
          </a:solidFill>
          <a:ln xmlns:a="http://schemas.openxmlformats.org/drawingml/2006/main" w="0">
            <a:solidFill>
              <a:srgbClr val="42C6C6"/>
            </a:solidFill>
            <a:prstDash val="solid"/>
          </a:ln>
        </p:spPr>
      </p:sp>
      <p:sp>
        <p:nvSpPr>
          <p:cNvPr id="2" name="">
            <a:extLst xmlns:a="http://schemas.openxmlformats.org/drawingml/2006/main">
              <a:ext uri="{FF2B5EF4-FFF2-40B4-BE49-F238E27FC236}">
                <a16:creationId xmlns:a16="http://schemas.microsoft.com/office/drawing/2014/main" id="{C3C137CB-2315-4AAE-84CE-55E6A7027B43}"/>
              </a:ext>
            </a:extLst>
          </p:cNvPr>
          <p:cNvSpPr>
            <a:spLocks xmlns:a="http://schemas.openxmlformats.org/drawingml/2006/main" noGrp="1"/>
          </p:cNvSpPr>
          <p:nvPr/>
        </p:nvSpPr>
        <p:spPr>
          <a:xfrm xmlns:a="http://schemas.openxmlformats.org/drawingml/2006/main">
            <a:off x="781050" y="1190625"/>
            <a:ext cx="628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42C6C6"/>
                </a:solidFill>
                <a:latin typeface="Arial"/>
                <a:ea typeface="Arial"/>
                <a:cs typeface="Arial"/>
              </a:defRPr>
            </a:defPPr>
            <a:lvl1pPr algn="l">
              <a:defRPr sz="1350" b="1">
                <a:solidFill>
                  <a:srgbClr val="42C6C6"/>
                </a:solidFill>
                <a:latin typeface="Arial"/>
                <a:ea typeface="Arial"/>
                <a:cs typeface="Arial"/>
              </a:defRPr>
            </a:lvl1pPr>
            <a:lvl2pPr algn="l">
              <a:defRPr sz="1350" b="1">
                <a:solidFill>
                  <a:srgbClr val="42C6C6"/>
                </a:solidFill>
                <a:latin typeface="Arial"/>
                <a:ea typeface="Arial"/>
                <a:cs typeface="Arial"/>
              </a:defRPr>
            </a:lvl2pPr>
            <a:lvl3pPr algn="l">
              <a:defRPr sz="1350" b="1">
                <a:solidFill>
                  <a:srgbClr val="42C6C6"/>
                </a:solidFill>
                <a:latin typeface="Arial"/>
                <a:ea typeface="Arial"/>
                <a:cs typeface="Arial"/>
              </a:defRPr>
            </a:lvl3pPr>
            <a:lvl4pPr algn="l">
              <a:defRPr sz="1350" b="1">
                <a:solidFill>
                  <a:srgbClr val="42C6C6"/>
                </a:solidFill>
                <a:latin typeface="Arial"/>
                <a:ea typeface="Arial"/>
                <a:cs typeface="Arial"/>
              </a:defRPr>
            </a:lvl4pPr>
            <a:lvl5pPr algn="l">
              <a:defRPr sz="1350" b="1">
                <a:solidFill>
                  <a:srgbClr val="42C6C6"/>
                </a:solidFill>
                <a:latin typeface="Arial"/>
                <a:ea typeface="Arial"/>
                <a:cs typeface="Arial"/>
              </a:defRPr>
            </a:lvl5pPr>
            <a:lvl6pPr algn="l">
              <a:defRPr sz="1350" b="1">
                <a:solidFill>
                  <a:srgbClr val="42C6C6"/>
                </a:solidFill>
                <a:latin typeface="Arial"/>
                <a:ea typeface="Arial"/>
                <a:cs typeface="Arial"/>
              </a:defRPr>
            </a:lvl6pPr>
            <a:lvl7pPr algn="l">
              <a:defRPr sz="1350" b="1">
                <a:solidFill>
                  <a:srgbClr val="42C6C6"/>
                </a:solidFill>
                <a:latin typeface="Arial"/>
                <a:ea typeface="Arial"/>
                <a:cs typeface="Arial"/>
              </a:defRPr>
            </a:lvl7pPr>
            <a:lvl8pPr algn="l">
              <a:defRPr sz="1350" b="1">
                <a:solidFill>
                  <a:srgbClr val="42C6C6"/>
                </a:solidFill>
                <a:latin typeface="Arial"/>
                <a:ea typeface="Arial"/>
                <a:cs typeface="Arial"/>
              </a:defRPr>
            </a:lvl8pPr>
            <a:lvl9pPr algn="l">
              <a:defRPr sz="1350" b="1">
                <a:solidFill>
                  <a:srgbClr val="42C6C6"/>
                </a:solidFill>
                <a:latin typeface="Arial"/>
                <a:ea typeface="Arial"/>
                <a:cs typeface="Arial"/>
              </a:defRPr>
            </a:lvl9pPr>
          </a:lstStyle>
          <a:p xmlns:a="http://schemas.openxmlformats.org/drawingml/2006/main">
            <a:pPr algn="l">
              <a:defRPr sz="1350" b="1">
                <a:solidFill>
                  <a:srgbClr val="42C6C6"/>
                </a:solidFill>
                <a:latin typeface="Arial"/>
                <a:ea typeface="Arial"/>
                <a:cs typeface="Arial"/>
              </a:defRPr>
            </a:pPr>
            <a:r>
              <a:rPr sz="1350" b="1">
                <a:solidFill>
                  <a:srgbClr val="42C6C6"/>
                </a:solidFill>
                <a:latin typeface="Arial"/>
                <a:ea typeface="Arial"/>
                <a:cs typeface="Arial"/>
              </a:rPr>
              <a:t>DSY1107  ·  PROYECTO DE ARQUITECTURA</a:t>
            </a:r>
          </a:p>
        </p:txBody>
      </p:sp>
      <p:sp>
        <p:nvSpPr>
          <p:cNvPr id="3" name="cover-title">
            <a:extLst xmlns:a="http://schemas.openxmlformats.org/drawingml/2006/main">
              <a:ext uri="{FF2B5EF4-FFF2-40B4-BE49-F238E27FC236}">
                <a16:creationId xmlns:a16="http://schemas.microsoft.com/office/drawing/2014/main" id="{3332B0CB-D408-4675-93DA-09E18D98060E}"/>
              </a:ext>
            </a:extLst>
          </p:cNvPr>
          <p:cNvSpPr>
            <a:spLocks xmlns:a="http://schemas.openxmlformats.org/drawingml/2006/main" noGrp="1"/>
          </p:cNvSpPr>
          <p:nvPr/>
        </p:nvSpPr>
        <p:spPr>
          <a:xfrm xmlns:a="http://schemas.openxmlformats.org/drawingml/2006/main">
            <a:off x="742950" y="2000250"/>
            <a:ext cx="876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5850" b="1">
                <a:solidFill>
                  <a:srgbClr val="FFFFFF"/>
                </a:solidFill>
                <a:latin typeface="Arial"/>
                <a:ea typeface="Arial"/>
                <a:cs typeface="Arial"/>
              </a:defRPr>
            </a:defPPr>
            <a:lvl1pPr algn="l">
              <a:defRPr sz="5850" b="1">
                <a:solidFill>
                  <a:srgbClr val="FFFFFF"/>
                </a:solidFill>
                <a:latin typeface="Arial"/>
                <a:ea typeface="Arial"/>
                <a:cs typeface="Arial"/>
              </a:defRPr>
            </a:lvl1pPr>
            <a:lvl2pPr algn="l">
              <a:defRPr sz="5850" b="1">
                <a:solidFill>
                  <a:srgbClr val="FFFFFF"/>
                </a:solidFill>
                <a:latin typeface="Arial"/>
                <a:ea typeface="Arial"/>
                <a:cs typeface="Arial"/>
              </a:defRPr>
            </a:lvl2pPr>
            <a:lvl3pPr algn="l">
              <a:defRPr sz="5850" b="1">
                <a:solidFill>
                  <a:srgbClr val="FFFFFF"/>
                </a:solidFill>
                <a:latin typeface="Arial"/>
                <a:ea typeface="Arial"/>
                <a:cs typeface="Arial"/>
              </a:defRPr>
            </a:lvl3pPr>
            <a:lvl4pPr algn="l">
              <a:defRPr sz="5850" b="1">
                <a:solidFill>
                  <a:srgbClr val="FFFFFF"/>
                </a:solidFill>
                <a:latin typeface="Arial"/>
                <a:ea typeface="Arial"/>
                <a:cs typeface="Arial"/>
              </a:defRPr>
            </a:lvl4pPr>
            <a:lvl5pPr algn="l">
              <a:defRPr sz="5850" b="1">
                <a:solidFill>
                  <a:srgbClr val="FFFFFF"/>
                </a:solidFill>
                <a:latin typeface="Arial"/>
                <a:ea typeface="Arial"/>
                <a:cs typeface="Arial"/>
              </a:defRPr>
            </a:lvl5pPr>
            <a:lvl6pPr algn="l">
              <a:defRPr sz="5850" b="1">
                <a:solidFill>
                  <a:srgbClr val="FFFFFF"/>
                </a:solidFill>
                <a:latin typeface="Arial"/>
                <a:ea typeface="Arial"/>
                <a:cs typeface="Arial"/>
              </a:defRPr>
            </a:lvl6pPr>
            <a:lvl7pPr algn="l">
              <a:defRPr sz="5850" b="1">
                <a:solidFill>
                  <a:srgbClr val="FFFFFF"/>
                </a:solidFill>
                <a:latin typeface="Arial"/>
                <a:ea typeface="Arial"/>
                <a:cs typeface="Arial"/>
              </a:defRPr>
            </a:lvl7pPr>
            <a:lvl8pPr algn="l">
              <a:defRPr sz="5850" b="1">
                <a:solidFill>
                  <a:srgbClr val="FFFFFF"/>
                </a:solidFill>
                <a:latin typeface="Arial"/>
                <a:ea typeface="Arial"/>
                <a:cs typeface="Arial"/>
              </a:defRPr>
            </a:lvl8pPr>
            <a:lvl9pPr algn="l">
              <a:defRPr sz="5850" b="1">
                <a:solidFill>
                  <a:srgbClr val="FFFFFF"/>
                </a:solidFill>
                <a:latin typeface="Arial"/>
                <a:ea typeface="Arial"/>
                <a:cs typeface="Arial"/>
              </a:defRPr>
            </a:lvl9pPr>
          </a:lstStyle>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Pedidos360</a:t>
            </a:r>
          </a:p>
        </p:txBody>
      </p:sp>
      <p:sp>
        <p:nvSpPr>
          <p:cNvPr id="4" name="">
            <a:extLst xmlns:a="http://schemas.openxmlformats.org/drawingml/2006/main">
              <a:ext uri="{FF2B5EF4-FFF2-40B4-BE49-F238E27FC236}">
                <a16:creationId xmlns:a16="http://schemas.microsoft.com/office/drawing/2014/main" id="{CE541B14-65AF-41A6-AD21-A82153EA841A}"/>
              </a:ext>
            </a:extLst>
          </p:cNvPr>
          <p:cNvSpPr>
            <a:spLocks xmlns:a="http://schemas.openxmlformats.org/drawingml/2006/main" noGrp="1"/>
          </p:cNvSpPr>
          <p:nvPr/>
        </p:nvSpPr>
        <p:spPr>
          <a:xfrm xmlns:a="http://schemas.openxmlformats.org/drawingml/2006/main">
            <a:off x="800100" y="3105150"/>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0">
                <a:solidFill>
                  <a:srgbClr val="D5E5EC"/>
                </a:solidFill>
                <a:latin typeface="Arial"/>
                <a:ea typeface="Arial"/>
                <a:cs typeface="Arial"/>
              </a:defRPr>
            </a:defPPr>
            <a:lvl1pPr algn="l">
              <a:defRPr sz="2325" b="0">
                <a:solidFill>
                  <a:srgbClr val="D5E5EC"/>
                </a:solidFill>
                <a:latin typeface="Arial"/>
                <a:ea typeface="Arial"/>
                <a:cs typeface="Arial"/>
              </a:defRPr>
            </a:lvl1pPr>
            <a:lvl2pPr algn="l">
              <a:defRPr sz="2325" b="0">
                <a:solidFill>
                  <a:srgbClr val="D5E5EC"/>
                </a:solidFill>
                <a:latin typeface="Arial"/>
                <a:ea typeface="Arial"/>
                <a:cs typeface="Arial"/>
              </a:defRPr>
            </a:lvl2pPr>
            <a:lvl3pPr algn="l">
              <a:defRPr sz="2325" b="0">
                <a:solidFill>
                  <a:srgbClr val="D5E5EC"/>
                </a:solidFill>
                <a:latin typeface="Arial"/>
                <a:ea typeface="Arial"/>
                <a:cs typeface="Arial"/>
              </a:defRPr>
            </a:lvl3pPr>
            <a:lvl4pPr algn="l">
              <a:defRPr sz="2325" b="0">
                <a:solidFill>
                  <a:srgbClr val="D5E5EC"/>
                </a:solidFill>
                <a:latin typeface="Arial"/>
                <a:ea typeface="Arial"/>
                <a:cs typeface="Arial"/>
              </a:defRPr>
            </a:lvl4pPr>
            <a:lvl5pPr algn="l">
              <a:defRPr sz="2325" b="0">
                <a:solidFill>
                  <a:srgbClr val="D5E5EC"/>
                </a:solidFill>
                <a:latin typeface="Arial"/>
                <a:ea typeface="Arial"/>
                <a:cs typeface="Arial"/>
              </a:defRPr>
            </a:lvl5pPr>
            <a:lvl6pPr algn="l">
              <a:defRPr sz="2325" b="0">
                <a:solidFill>
                  <a:srgbClr val="D5E5EC"/>
                </a:solidFill>
                <a:latin typeface="Arial"/>
                <a:ea typeface="Arial"/>
                <a:cs typeface="Arial"/>
              </a:defRPr>
            </a:lvl6pPr>
            <a:lvl7pPr algn="l">
              <a:defRPr sz="2325" b="0">
                <a:solidFill>
                  <a:srgbClr val="D5E5EC"/>
                </a:solidFill>
                <a:latin typeface="Arial"/>
                <a:ea typeface="Arial"/>
                <a:cs typeface="Arial"/>
              </a:defRPr>
            </a:lvl7pPr>
            <a:lvl8pPr algn="l">
              <a:defRPr sz="2325" b="0">
                <a:solidFill>
                  <a:srgbClr val="D5E5EC"/>
                </a:solidFill>
                <a:latin typeface="Arial"/>
                <a:ea typeface="Arial"/>
                <a:cs typeface="Arial"/>
              </a:defRPr>
            </a:lvl8pPr>
            <a:lvl9pPr algn="l">
              <a:defRPr sz="2325" b="0">
                <a:solidFill>
                  <a:srgbClr val="D5E5EC"/>
                </a:solidFill>
                <a:latin typeface="Arial"/>
                <a:ea typeface="Arial"/>
                <a:cs typeface="Arial"/>
              </a:defRPr>
            </a:lvl9pPr>
          </a:lstStyle>
          <a:p xmlns:a="http://schemas.openxmlformats.org/drawingml/2006/main">
            <a:pPr algn="l">
              <a:defRPr sz="2325" b="0">
                <a:solidFill>
                  <a:srgbClr val="D5E5EC"/>
                </a:solidFill>
                <a:latin typeface="Arial"/>
                <a:ea typeface="Arial"/>
                <a:cs typeface="Arial"/>
              </a:defRPr>
            </a:pPr>
            <a:r>
              <a:rPr sz="2325" b="0">
                <a:solidFill>
                  <a:srgbClr val="D5E5EC"/>
                </a:solidFill>
                <a:latin typeface="Arial"/>
                <a:ea typeface="Arial"/>
                <a:cs typeface="Arial"/>
              </a:rPr>
              <a:t>Plataforma cloud-native para gestión de pedidos</a:t>
            </a:r>
          </a:p>
        </p:txBody>
      </p:sp>
      <p:sp>
        <p:nvSpPr>
          <p:cNvPr id="5" name="">
            <a:extLst xmlns:a="http://schemas.openxmlformats.org/drawingml/2006/main">
              <a:ext uri="{FF2B5EF4-FFF2-40B4-BE49-F238E27FC236}">
                <a16:creationId xmlns:a16="http://schemas.microsoft.com/office/drawing/2014/main" id="{0752EFAA-D3A2-41A4-B4E8-03B530F96FB1}"/>
              </a:ext>
            </a:extLst>
          </p:cNvPr>
          <p:cNvSpPr>
            <a:spLocks xmlns:a="http://schemas.openxmlformats.org/drawingml/2006/main" noGrp="1"/>
          </p:cNvSpPr>
          <p:nvPr/>
        </p:nvSpPr>
        <p:spPr>
          <a:xfrm xmlns:a="http://schemas.openxmlformats.org/drawingml/2006/main">
            <a:off x="800100" y="4114800"/>
            <a:ext cx="1619250" cy="28575"/>
          </a:xfrm>
          <a:prstGeom xmlns:a="http://schemas.openxmlformats.org/drawingml/2006/main" prst="rect">
            <a:avLst/>
          </a:prstGeom>
          <a:solidFill xmlns:a="http://schemas.openxmlformats.org/drawingml/2006/main">
            <a:srgbClr val="42C6C6"/>
          </a:solidFill>
          <a:ln xmlns:a="http://schemas.openxmlformats.org/drawingml/2006/main" w="0">
            <a:solidFill>
              <a:srgbClr val="42C6C6"/>
            </a:solidFill>
            <a:prstDash val="solid"/>
          </a:ln>
        </p:spPr>
      </p:sp>
      <p:sp>
        <p:nvSpPr>
          <p:cNvPr id="6" name="">
            <a:extLst xmlns:a="http://schemas.openxmlformats.org/drawingml/2006/main">
              <a:ext uri="{FF2B5EF4-FFF2-40B4-BE49-F238E27FC236}">
                <a16:creationId xmlns:a16="http://schemas.microsoft.com/office/drawing/2014/main" id="{F2BB3030-DF0C-4A1A-A0C8-3B0B4B97FE98}"/>
              </a:ext>
            </a:extLst>
          </p:cNvPr>
          <p:cNvSpPr>
            <a:spLocks xmlns:a="http://schemas.openxmlformats.org/drawingml/2006/main" noGrp="1"/>
          </p:cNvSpPr>
          <p:nvPr/>
        </p:nvSpPr>
        <p:spPr>
          <a:xfrm xmlns:a="http://schemas.openxmlformats.org/drawingml/2006/main">
            <a:off x="800100" y="44386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A9C4D0"/>
                </a:solidFill>
                <a:latin typeface="Arial"/>
                <a:ea typeface="Arial"/>
                <a:cs typeface="Arial"/>
              </a:defRPr>
            </a:defPPr>
            <a:lvl1pPr algn="l">
              <a:defRPr sz="1275" b="1">
                <a:solidFill>
                  <a:srgbClr val="A9C4D0"/>
                </a:solidFill>
                <a:latin typeface="Arial"/>
                <a:ea typeface="Arial"/>
                <a:cs typeface="Arial"/>
              </a:defRPr>
            </a:lvl1pPr>
            <a:lvl2pPr algn="l">
              <a:defRPr sz="1275" b="1">
                <a:solidFill>
                  <a:srgbClr val="A9C4D0"/>
                </a:solidFill>
                <a:latin typeface="Arial"/>
                <a:ea typeface="Arial"/>
                <a:cs typeface="Arial"/>
              </a:defRPr>
            </a:lvl2pPr>
            <a:lvl3pPr algn="l">
              <a:defRPr sz="1275" b="1">
                <a:solidFill>
                  <a:srgbClr val="A9C4D0"/>
                </a:solidFill>
                <a:latin typeface="Arial"/>
                <a:ea typeface="Arial"/>
                <a:cs typeface="Arial"/>
              </a:defRPr>
            </a:lvl3pPr>
            <a:lvl4pPr algn="l">
              <a:defRPr sz="1275" b="1">
                <a:solidFill>
                  <a:srgbClr val="A9C4D0"/>
                </a:solidFill>
                <a:latin typeface="Arial"/>
                <a:ea typeface="Arial"/>
                <a:cs typeface="Arial"/>
              </a:defRPr>
            </a:lvl4pPr>
            <a:lvl5pPr algn="l">
              <a:defRPr sz="1275" b="1">
                <a:solidFill>
                  <a:srgbClr val="A9C4D0"/>
                </a:solidFill>
                <a:latin typeface="Arial"/>
                <a:ea typeface="Arial"/>
                <a:cs typeface="Arial"/>
              </a:defRPr>
            </a:lvl5pPr>
            <a:lvl6pPr algn="l">
              <a:defRPr sz="1275" b="1">
                <a:solidFill>
                  <a:srgbClr val="A9C4D0"/>
                </a:solidFill>
                <a:latin typeface="Arial"/>
                <a:ea typeface="Arial"/>
                <a:cs typeface="Arial"/>
              </a:defRPr>
            </a:lvl6pPr>
            <a:lvl7pPr algn="l">
              <a:defRPr sz="1275" b="1">
                <a:solidFill>
                  <a:srgbClr val="A9C4D0"/>
                </a:solidFill>
                <a:latin typeface="Arial"/>
                <a:ea typeface="Arial"/>
                <a:cs typeface="Arial"/>
              </a:defRPr>
            </a:lvl7pPr>
            <a:lvl8pPr algn="l">
              <a:defRPr sz="1275" b="1">
                <a:solidFill>
                  <a:srgbClr val="A9C4D0"/>
                </a:solidFill>
                <a:latin typeface="Arial"/>
                <a:ea typeface="Arial"/>
                <a:cs typeface="Arial"/>
              </a:defRPr>
            </a:lvl8pPr>
            <a:lvl9pPr algn="l">
              <a:defRPr sz="1275" b="1">
                <a:solidFill>
                  <a:srgbClr val="A9C4D0"/>
                </a:solidFill>
                <a:latin typeface="Arial"/>
                <a:ea typeface="Arial"/>
                <a:cs typeface="Arial"/>
              </a:defRPr>
            </a:lvl9pPr>
          </a:lstStyle>
          <a:p xmlns:a="http://schemas.openxmlformats.org/drawingml/2006/main">
            <a:pPr algn="l">
              <a:defRPr sz="1275" b="1">
                <a:solidFill>
                  <a:srgbClr val="A9C4D0"/>
                </a:solidFill>
                <a:latin typeface="Arial"/>
                <a:ea typeface="Arial"/>
                <a:cs typeface="Arial"/>
              </a:defRPr>
            </a:pPr>
            <a:r>
              <a:rPr sz="1275" b="1">
                <a:solidFill>
                  <a:srgbClr val="A9C4D0"/>
                </a:solidFill>
                <a:latin typeface="Arial"/>
                <a:ea typeface="Arial"/>
                <a:cs typeface="Arial"/>
              </a:rPr>
              <a:t>Presentan</a:t>
            </a:r>
          </a:p>
        </p:txBody>
      </p:sp>
      <p:sp>
        <p:nvSpPr>
          <p:cNvPr id="7" name="">
            <a:extLst xmlns:a="http://schemas.openxmlformats.org/drawingml/2006/main">
              <a:ext uri="{FF2B5EF4-FFF2-40B4-BE49-F238E27FC236}">
                <a16:creationId xmlns:a16="http://schemas.microsoft.com/office/drawing/2014/main" id="{7D45D9A5-EE1D-48F9-95D8-27CD20A42B30}"/>
              </a:ext>
            </a:extLst>
          </p:cNvPr>
          <p:cNvSpPr>
            <a:spLocks xmlns:a="http://schemas.openxmlformats.org/drawingml/2006/main" noGrp="1"/>
          </p:cNvSpPr>
          <p:nvPr/>
        </p:nvSpPr>
        <p:spPr>
          <a:xfrm xmlns:a="http://schemas.openxmlformats.org/drawingml/2006/main">
            <a:off x="800100" y="4762500"/>
            <a:ext cx="5524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FFFFFF"/>
                </a:solidFill>
                <a:latin typeface="Arial"/>
                <a:ea typeface="Arial"/>
                <a:cs typeface="Arial"/>
              </a:defRPr>
            </a:defPPr>
            <a:lvl1pPr algn="l">
              <a:defRPr sz="1950" b="1">
                <a:solidFill>
                  <a:srgbClr val="FFFFFF"/>
                </a:solidFill>
                <a:latin typeface="Arial"/>
                <a:ea typeface="Arial"/>
                <a:cs typeface="Arial"/>
              </a:defRPr>
            </a:lvl1pPr>
            <a:lvl2pPr algn="l">
              <a:defRPr sz="1950" b="1">
                <a:solidFill>
                  <a:srgbClr val="FFFFFF"/>
                </a:solidFill>
                <a:latin typeface="Arial"/>
                <a:ea typeface="Arial"/>
                <a:cs typeface="Arial"/>
              </a:defRPr>
            </a:lvl2pPr>
            <a:lvl3pPr algn="l">
              <a:defRPr sz="1950" b="1">
                <a:solidFill>
                  <a:srgbClr val="FFFFFF"/>
                </a:solidFill>
                <a:latin typeface="Arial"/>
                <a:ea typeface="Arial"/>
                <a:cs typeface="Arial"/>
              </a:defRPr>
            </a:lvl3pPr>
            <a:lvl4pPr algn="l">
              <a:defRPr sz="1950" b="1">
                <a:solidFill>
                  <a:srgbClr val="FFFFFF"/>
                </a:solidFill>
                <a:latin typeface="Arial"/>
                <a:ea typeface="Arial"/>
                <a:cs typeface="Arial"/>
              </a:defRPr>
            </a:lvl4pPr>
            <a:lvl5pPr algn="l">
              <a:defRPr sz="1950" b="1">
                <a:solidFill>
                  <a:srgbClr val="FFFFFF"/>
                </a:solidFill>
                <a:latin typeface="Arial"/>
                <a:ea typeface="Arial"/>
                <a:cs typeface="Arial"/>
              </a:defRPr>
            </a:lvl5pPr>
            <a:lvl6pPr algn="l">
              <a:defRPr sz="1950" b="1">
                <a:solidFill>
                  <a:srgbClr val="FFFFFF"/>
                </a:solidFill>
                <a:latin typeface="Arial"/>
                <a:ea typeface="Arial"/>
                <a:cs typeface="Arial"/>
              </a:defRPr>
            </a:lvl6pPr>
            <a:lvl7pPr algn="l">
              <a:defRPr sz="1950" b="1">
                <a:solidFill>
                  <a:srgbClr val="FFFFFF"/>
                </a:solidFill>
                <a:latin typeface="Arial"/>
                <a:ea typeface="Arial"/>
                <a:cs typeface="Arial"/>
              </a:defRPr>
            </a:lvl7pPr>
            <a:lvl8pPr algn="l">
              <a:defRPr sz="1950" b="1">
                <a:solidFill>
                  <a:srgbClr val="FFFFFF"/>
                </a:solidFill>
                <a:latin typeface="Arial"/>
                <a:ea typeface="Arial"/>
                <a:cs typeface="Arial"/>
              </a:defRPr>
            </a:lvl8pPr>
            <a:lvl9pPr algn="l">
              <a:defRPr sz="1950" b="1">
                <a:solidFill>
                  <a:srgbClr val="FFFFFF"/>
                </a:solidFill>
                <a:latin typeface="Arial"/>
                <a:ea typeface="Arial"/>
                <a:cs typeface="Arial"/>
              </a:defRPr>
            </a:lvl9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Tu nombre  ·  Javier</a:t>
            </a:r>
          </a:p>
        </p:txBody>
      </p:sp>
      <p:sp>
        <p:nvSpPr>
          <p:cNvPr id="8" name="">
            <a:extLst xmlns:a="http://schemas.openxmlformats.org/drawingml/2006/main">
              <a:ext uri="{FF2B5EF4-FFF2-40B4-BE49-F238E27FC236}">
                <a16:creationId xmlns:a16="http://schemas.microsoft.com/office/drawing/2014/main" id="{9B4C20CE-BC52-496E-A8E2-AD1DFB3F2B72}"/>
              </a:ext>
            </a:extLst>
          </p:cNvPr>
          <p:cNvSpPr>
            <a:spLocks xmlns:a="http://schemas.openxmlformats.org/drawingml/2006/main" noGrp="1"/>
          </p:cNvSpPr>
          <p:nvPr/>
        </p:nvSpPr>
        <p:spPr>
          <a:xfrm xmlns:a="http://schemas.openxmlformats.org/drawingml/2006/main">
            <a:off x="800100" y="607695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A9C4D0"/>
                </a:solidFill>
                <a:latin typeface="Arial"/>
                <a:ea typeface="Arial"/>
                <a:cs typeface="Arial"/>
              </a:defRPr>
            </a:defPPr>
            <a:lvl1pPr algn="l">
              <a:defRPr sz="1275" b="0">
                <a:solidFill>
                  <a:srgbClr val="A9C4D0"/>
                </a:solidFill>
                <a:latin typeface="Arial"/>
                <a:ea typeface="Arial"/>
                <a:cs typeface="Arial"/>
              </a:defRPr>
            </a:lvl1pPr>
            <a:lvl2pPr algn="l">
              <a:defRPr sz="1275" b="0">
                <a:solidFill>
                  <a:srgbClr val="A9C4D0"/>
                </a:solidFill>
                <a:latin typeface="Arial"/>
                <a:ea typeface="Arial"/>
                <a:cs typeface="Arial"/>
              </a:defRPr>
            </a:lvl2pPr>
            <a:lvl3pPr algn="l">
              <a:defRPr sz="1275" b="0">
                <a:solidFill>
                  <a:srgbClr val="A9C4D0"/>
                </a:solidFill>
                <a:latin typeface="Arial"/>
                <a:ea typeface="Arial"/>
                <a:cs typeface="Arial"/>
              </a:defRPr>
            </a:lvl3pPr>
            <a:lvl4pPr algn="l">
              <a:defRPr sz="1275" b="0">
                <a:solidFill>
                  <a:srgbClr val="A9C4D0"/>
                </a:solidFill>
                <a:latin typeface="Arial"/>
                <a:ea typeface="Arial"/>
                <a:cs typeface="Arial"/>
              </a:defRPr>
            </a:lvl4pPr>
            <a:lvl5pPr algn="l">
              <a:defRPr sz="1275" b="0">
                <a:solidFill>
                  <a:srgbClr val="A9C4D0"/>
                </a:solidFill>
                <a:latin typeface="Arial"/>
                <a:ea typeface="Arial"/>
                <a:cs typeface="Arial"/>
              </a:defRPr>
            </a:lvl5pPr>
            <a:lvl6pPr algn="l">
              <a:defRPr sz="1275" b="0">
                <a:solidFill>
                  <a:srgbClr val="A9C4D0"/>
                </a:solidFill>
                <a:latin typeface="Arial"/>
                <a:ea typeface="Arial"/>
                <a:cs typeface="Arial"/>
              </a:defRPr>
            </a:lvl6pPr>
            <a:lvl7pPr algn="l">
              <a:defRPr sz="1275" b="0">
                <a:solidFill>
                  <a:srgbClr val="A9C4D0"/>
                </a:solidFill>
                <a:latin typeface="Arial"/>
                <a:ea typeface="Arial"/>
                <a:cs typeface="Arial"/>
              </a:defRPr>
            </a:lvl7pPr>
            <a:lvl8pPr algn="l">
              <a:defRPr sz="1275" b="0">
                <a:solidFill>
                  <a:srgbClr val="A9C4D0"/>
                </a:solidFill>
                <a:latin typeface="Arial"/>
                <a:ea typeface="Arial"/>
                <a:cs typeface="Arial"/>
              </a:defRPr>
            </a:lvl8pPr>
            <a:lvl9pPr algn="l">
              <a:defRPr sz="1275" b="0">
                <a:solidFill>
                  <a:srgbClr val="A9C4D0"/>
                </a:solidFill>
                <a:latin typeface="Arial"/>
                <a:ea typeface="Arial"/>
                <a:cs typeface="Arial"/>
              </a:defRPr>
            </a:lvl9pPr>
          </a:lstStyle>
          <a:p xmlns:a="http://schemas.openxmlformats.org/drawingml/2006/main">
            <a:pPr algn="l">
              <a:defRPr sz="1275" b="0">
                <a:solidFill>
                  <a:srgbClr val="A9C4D0"/>
                </a:solidFill>
                <a:latin typeface="Arial"/>
                <a:ea typeface="Arial"/>
                <a:cs typeface="Arial"/>
              </a:defRPr>
            </a:pPr>
            <a:r>
              <a:rPr sz="1275" b="0">
                <a:solidFill>
                  <a:srgbClr val="A9C4D0"/>
                </a:solidFill>
                <a:latin typeface="Arial"/>
                <a:ea typeface="Arial"/>
                <a:cs typeface="Arial"/>
              </a:rPr>
              <a:t>Identidad, API, microservicios y mensajería</a:t>
            </a:r>
          </a:p>
        </p:txBody>
      </p:sp>
    </p:spTree>
    <p:extLst>
      <p:ext uri="{BB962C8B-B14F-4D97-AF65-F5344CB8AC3E}">
        <p14:creationId xmlns:p14="http://schemas.microsoft.com/office/powerpoint/2010/main" val="392539408"/>
      </p:ext>
    </p:extLst>
  </p:cSld>
</p:sld>
</file>

<file path=ppt/slides/slide2.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cxnSp>
        <p:nvCxnSpPr>
          <p:cNvPr id="52" name="">
            <a:extLst xmlns:a="http://schemas.openxmlformats.org/drawingml/2006/main">
              <a:ext uri="{FF2B5EF4-FFF2-40B4-BE49-F238E27FC236}">
                <a16:creationId xmlns:a16="http://schemas.microsoft.com/office/drawing/2014/main" id="{0B8DA29C-5E0F-4026-98D2-99827FDD6240}"/>
              </a:ext>
            </a:extLst>
          </p:cNvPr>
          <p:cNvCxnSpPr>
            <a:stCxn xmlns:a="http://schemas.openxmlformats.org/drawingml/2006/main" id="38" idx="1"/>
            <a:endCxn xmlns:a="http://schemas.openxmlformats.org/drawingml/2006/main" id="34" idx="3"/>
          </p:cNvCxnSpPr>
          <p:nvPr/>
        </p:nvCxnSpPr>
        <p:spPr>
          <a:xfrm xmlns:a="http://schemas.openxmlformats.org/drawingml/2006/main" flipH="1">
            <a:off x="8191500" y="5405438"/>
            <a:ext cx="695325" cy="0"/>
          </a:xfrm>
          <a:prstGeom xmlns:a="http://schemas.openxmlformats.org/drawingml/2006/main" prst="straightConnector1">
            <a:avLst/>
          </a:prstGeom>
          <a:ln xmlns:a="http://schemas.openxmlformats.org/drawingml/2006/main" w="19050">
            <a:solidFill>
              <a:srgbClr val="2D67B2"/>
            </a:solidFill>
            <a:prstDash val="solid"/>
            <a:headEnd type="triangle" w="sm" len="sm"/>
          </a:ln>
        </p:spPr>
      </p:cxnSp>
      <p:cxnSp>
        <p:nvCxnSpPr>
          <p:cNvPr id="51" name="">
            <a:extLst xmlns:a="http://schemas.openxmlformats.org/drawingml/2006/main">
              <a:ext uri="{FF2B5EF4-FFF2-40B4-BE49-F238E27FC236}">
                <a16:creationId xmlns:a16="http://schemas.microsoft.com/office/drawing/2014/main" id="{3C1CC1D8-1648-40D3-A165-08F4274E1DC1}"/>
              </a:ext>
            </a:extLst>
          </p:cNvPr>
          <p:cNvCxnSpPr>
            <a:stCxn xmlns:a="http://schemas.openxmlformats.org/drawingml/2006/main" id="16" idx="2"/>
            <a:endCxn xmlns:a="http://schemas.openxmlformats.org/drawingml/2006/main" id="34" idx="0"/>
          </p:cNvCxnSpPr>
          <p:nvPr/>
        </p:nvCxnSpPr>
        <p:spPr>
          <a:xfrm xmlns:a="http://schemas.openxmlformats.org/drawingml/2006/main" flipH="1">
            <a:off x="6572250" y="4286250"/>
            <a:ext cx="828675" cy="704850"/>
          </a:xfrm>
          <a:prstGeom xmlns:a="http://schemas.openxmlformats.org/drawingml/2006/main" prst="bentConnector4">
            <a:avLst>
              <a:gd name="adj1" fmla="val 0"/>
              <a:gd name="adj2" fmla="val 50000"/>
            </a:avLst>
          </a:prstGeom>
          <a:ln xmlns:a="http://schemas.openxmlformats.org/drawingml/2006/main" w="19050">
            <a:solidFill>
              <a:srgbClr val="102235"/>
            </a:solidFill>
            <a:prstDash val="solid"/>
            <a:headEnd type="triangle" w="sm" len="sm"/>
          </a:ln>
        </p:spPr>
      </p:cxnSp>
      <p:cxnSp>
        <p:nvCxnSpPr>
          <p:cNvPr id="49" name="">
            <a:extLst xmlns:a="http://schemas.openxmlformats.org/drawingml/2006/main">
              <a:ext uri="{FF2B5EF4-FFF2-40B4-BE49-F238E27FC236}">
                <a16:creationId xmlns:a16="http://schemas.microsoft.com/office/drawing/2014/main" id="{3F35539A-7CA1-41E8-B3E6-993A491AAA86}"/>
              </a:ext>
            </a:extLst>
          </p:cNvPr>
          <p:cNvCxnSpPr>
            <a:stCxn xmlns:a="http://schemas.openxmlformats.org/drawingml/2006/main" id="8" idx="0"/>
            <a:endCxn xmlns:a="http://schemas.openxmlformats.org/drawingml/2006/main" id="4" idx="2"/>
          </p:cNvCxnSpPr>
          <p:nvPr/>
        </p:nvCxnSpPr>
        <p:spPr>
          <a:xfrm xmlns:a="http://schemas.openxmlformats.org/drawingml/2006/main" flipH="1" flipV="1">
            <a:off x="1500188" y="2514600"/>
            <a:ext cx="95250" cy="1390650"/>
          </a:xfrm>
          <a:prstGeom xmlns:a="http://schemas.openxmlformats.org/drawingml/2006/main" prst="straightConnector1">
            <a:avLst/>
          </a:prstGeom>
          <a:ln xmlns:a="http://schemas.openxmlformats.org/drawingml/2006/main" w="19050">
            <a:solidFill>
              <a:srgbClr val="E79845"/>
            </a:solidFill>
            <a:prstDash val="solid"/>
            <a:headEnd type="triangle" w="sm" len="sm"/>
          </a:ln>
        </p:spPr>
      </p:cxnSp>
      <p:cxnSp>
        <p:nvCxnSpPr>
          <p:cNvPr id="48" name="">
            <a:extLst xmlns:a="http://schemas.openxmlformats.org/drawingml/2006/main">
              <a:ext uri="{FF2B5EF4-FFF2-40B4-BE49-F238E27FC236}">
                <a16:creationId xmlns:a16="http://schemas.microsoft.com/office/drawing/2014/main" id="{3CCF1BF1-39C6-4025-9CD3-BA743B4EB121}"/>
              </a:ext>
            </a:extLst>
          </p:cNvPr>
          <p:cNvCxnSpPr>
            <a:stCxn xmlns:a="http://schemas.openxmlformats.org/drawingml/2006/main" id="26" idx="3"/>
            <a:endCxn xmlns:a="http://schemas.openxmlformats.org/drawingml/2006/main" id="30" idx="1"/>
          </p:cNvCxnSpPr>
          <p:nvPr/>
        </p:nvCxnSpPr>
        <p:spPr>
          <a:xfrm xmlns:a="http://schemas.openxmlformats.org/drawingml/2006/main" flipV="1">
            <a:off x="8534400" y="2728913"/>
            <a:ext cx="990600" cy="985838"/>
          </a:xfrm>
          <a:prstGeom xmlns:a="http://schemas.openxmlformats.org/drawingml/2006/main" prst="bentConnector3">
            <a:avLst>
              <a:gd name="adj1" fmla="val 50000"/>
            </a:avLst>
          </a:prstGeom>
          <a:ln xmlns:a="http://schemas.openxmlformats.org/drawingml/2006/main" w="19050">
            <a:solidFill>
              <a:srgbClr val="E79845"/>
            </a:solidFill>
            <a:prstDash val="solid"/>
            <a:headEnd type="triangle" w="sm" len="sm"/>
          </a:ln>
        </p:spPr>
      </p:cxnSp>
      <p:cxnSp>
        <p:nvCxnSpPr>
          <p:cNvPr id="47" name="">
            <a:extLst xmlns:a="http://schemas.openxmlformats.org/drawingml/2006/main">
              <a:ext uri="{FF2B5EF4-FFF2-40B4-BE49-F238E27FC236}">
                <a16:creationId xmlns:a16="http://schemas.microsoft.com/office/drawing/2014/main" id="{30625483-1616-41AC-8923-12B6E1A5C816}"/>
              </a:ext>
            </a:extLst>
          </p:cNvPr>
          <p:cNvCxnSpPr>
            <a:stCxn xmlns:a="http://schemas.openxmlformats.org/drawingml/2006/main" id="22" idx="3"/>
            <a:endCxn xmlns:a="http://schemas.openxmlformats.org/drawingml/2006/main" id="30" idx="1"/>
          </p:cNvCxnSpPr>
          <p:nvPr/>
        </p:nvCxnSpPr>
        <p:spPr>
          <a:xfrm xmlns:a="http://schemas.openxmlformats.org/drawingml/2006/main" flipV="1">
            <a:off x="8534400" y="2728913"/>
            <a:ext cx="990600" cy="166688"/>
          </a:xfrm>
          <a:prstGeom xmlns:a="http://schemas.openxmlformats.org/drawingml/2006/main" prst="straightConnector1">
            <a:avLst/>
          </a:prstGeom>
          <a:ln xmlns:a="http://schemas.openxmlformats.org/drawingml/2006/main" w="19050">
            <a:solidFill>
              <a:srgbClr val="078C8C"/>
            </a:solidFill>
            <a:prstDash val="solid"/>
            <a:headEnd type="triangle" w="sm" len="sm"/>
          </a:ln>
        </p:spPr>
      </p:cxnSp>
      <p:cxnSp>
        <p:nvCxnSpPr>
          <p:cNvPr id="46" name="">
            <a:extLst xmlns:a="http://schemas.openxmlformats.org/drawingml/2006/main">
              <a:ext uri="{FF2B5EF4-FFF2-40B4-BE49-F238E27FC236}">
                <a16:creationId xmlns:a16="http://schemas.microsoft.com/office/drawing/2014/main" id="{653F65ED-FAEC-4BA3-B6AE-A82CF96F8F08}"/>
              </a:ext>
            </a:extLst>
          </p:cNvPr>
          <p:cNvCxnSpPr>
            <a:stCxn xmlns:a="http://schemas.openxmlformats.org/drawingml/2006/main" id="18" idx="3"/>
            <a:endCxn xmlns:a="http://schemas.openxmlformats.org/drawingml/2006/main" id="30" idx="1"/>
          </p:cNvCxnSpPr>
          <p:nvPr/>
        </p:nvCxnSpPr>
        <p:spPr>
          <a:xfrm xmlns:a="http://schemas.openxmlformats.org/drawingml/2006/main">
            <a:off x="8534400" y="2076450"/>
            <a:ext cx="990600" cy="652463"/>
          </a:xfrm>
          <a:prstGeom xmlns:a="http://schemas.openxmlformats.org/drawingml/2006/main" prst="bentConnector3">
            <a:avLst>
              <a:gd name="adj1" fmla="val 50000"/>
            </a:avLst>
          </a:prstGeom>
          <a:ln xmlns:a="http://schemas.openxmlformats.org/drawingml/2006/main" w="19050">
            <a:solidFill>
              <a:srgbClr val="2D67B2"/>
            </a:solidFill>
            <a:prstDash val="solid"/>
            <a:headEnd type="triangle" w="sm" len="sm"/>
          </a:ln>
        </p:spPr>
      </p:cxnSp>
      <p:cxnSp>
        <p:nvCxnSpPr>
          <p:cNvPr id="45" name="">
            <a:extLst xmlns:a="http://schemas.openxmlformats.org/drawingml/2006/main">
              <a:ext uri="{FF2B5EF4-FFF2-40B4-BE49-F238E27FC236}">
                <a16:creationId xmlns:a16="http://schemas.microsoft.com/office/drawing/2014/main" id="{722941B9-8B5E-41B1-932A-2366B35B2792}"/>
              </a:ext>
            </a:extLst>
          </p:cNvPr>
          <p:cNvCxnSpPr>
            <a:stCxn xmlns:a="http://schemas.openxmlformats.org/drawingml/2006/main" id="12" idx="3"/>
            <a:endCxn xmlns:a="http://schemas.openxmlformats.org/drawingml/2006/main" id="26" idx="1"/>
          </p:cNvCxnSpPr>
          <p:nvPr/>
        </p:nvCxnSpPr>
        <p:spPr>
          <a:xfrm xmlns:a="http://schemas.openxmlformats.org/drawingml/2006/main">
            <a:off x="5381625" y="2066925"/>
            <a:ext cx="876300" cy="1647825"/>
          </a:xfrm>
          <a:prstGeom xmlns:a="http://schemas.openxmlformats.org/drawingml/2006/main" prst="bentConnector3">
            <a:avLst>
              <a:gd name="adj1" fmla="val 50000"/>
            </a:avLst>
          </a:prstGeom>
          <a:ln xmlns:a="http://schemas.openxmlformats.org/drawingml/2006/main" w="19050">
            <a:solidFill>
              <a:srgbClr val="E79845"/>
            </a:solidFill>
            <a:prstDash val="solid"/>
            <a:headEnd type="triangle" w="sm" len="sm"/>
          </a:ln>
        </p:spPr>
      </p:cxnSp>
      <p:cxnSp>
        <p:nvCxnSpPr>
          <p:cNvPr id="44" name="">
            <a:extLst xmlns:a="http://schemas.openxmlformats.org/drawingml/2006/main">
              <a:ext uri="{FF2B5EF4-FFF2-40B4-BE49-F238E27FC236}">
                <a16:creationId xmlns:a16="http://schemas.microsoft.com/office/drawing/2014/main" id="{9B66AB3F-86FE-4D08-8FB2-29014A5343AA}"/>
              </a:ext>
            </a:extLst>
          </p:cNvPr>
          <p:cNvCxnSpPr>
            <a:stCxn xmlns:a="http://schemas.openxmlformats.org/drawingml/2006/main" id="12" idx="3"/>
            <a:endCxn xmlns:a="http://schemas.openxmlformats.org/drawingml/2006/main" id="22" idx="1"/>
          </p:cNvCxnSpPr>
          <p:nvPr/>
        </p:nvCxnSpPr>
        <p:spPr>
          <a:xfrm xmlns:a="http://schemas.openxmlformats.org/drawingml/2006/main">
            <a:off x="5381625" y="2066925"/>
            <a:ext cx="876300" cy="828675"/>
          </a:xfrm>
          <a:prstGeom xmlns:a="http://schemas.openxmlformats.org/drawingml/2006/main" prst="straightConnector1">
            <a:avLst/>
          </a:prstGeom>
          <a:ln xmlns:a="http://schemas.openxmlformats.org/drawingml/2006/main" w="19050">
            <a:solidFill>
              <a:srgbClr val="078C8C"/>
            </a:solidFill>
            <a:prstDash val="solid"/>
            <a:headEnd type="triangle" w="sm" len="sm"/>
          </a:ln>
        </p:spPr>
      </p:cxnSp>
      <p:cxnSp>
        <p:nvCxnSpPr>
          <p:cNvPr id="43" name="">
            <a:extLst xmlns:a="http://schemas.openxmlformats.org/drawingml/2006/main">
              <a:ext uri="{FF2B5EF4-FFF2-40B4-BE49-F238E27FC236}">
                <a16:creationId xmlns:a16="http://schemas.microsoft.com/office/drawing/2014/main" id="{8B7D98C5-EAE0-4ADD-810D-C842556AA114}"/>
              </a:ext>
            </a:extLst>
          </p:cNvPr>
          <p:cNvCxnSpPr>
            <a:stCxn xmlns:a="http://schemas.openxmlformats.org/drawingml/2006/main" id="12" idx="3"/>
            <a:endCxn xmlns:a="http://schemas.openxmlformats.org/drawingml/2006/main" id="18" idx="1"/>
          </p:cNvCxnSpPr>
          <p:nvPr/>
        </p:nvCxnSpPr>
        <p:spPr>
          <a:xfrm xmlns:a="http://schemas.openxmlformats.org/drawingml/2006/main">
            <a:off x="5381625" y="2066925"/>
            <a:ext cx="876300" cy="9525"/>
          </a:xfrm>
          <a:prstGeom xmlns:a="http://schemas.openxmlformats.org/drawingml/2006/main" prst="bentConnector3">
            <a:avLst>
              <a:gd name="adj1" fmla="val 50000"/>
            </a:avLst>
          </a:prstGeom>
          <a:ln xmlns:a="http://schemas.openxmlformats.org/drawingml/2006/main" w="19050">
            <a:solidFill>
              <a:srgbClr val="2D67B2"/>
            </a:solidFill>
            <a:prstDash val="solid"/>
            <a:headEnd type="triangle" w="sm" len="sm"/>
          </a:ln>
        </p:spPr>
      </p:cxnSp>
      <p:cxnSp>
        <p:nvCxnSpPr>
          <p:cNvPr id="42" name="">
            <a:extLst xmlns:a="http://schemas.openxmlformats.org/drawingml/2006/main">
              <a:ext uri="{FF2B5EF4-FFF2-40B4-BE49-F238E27FC236}">
                <a16:creationId xmlns:a16="http://schemas.microsoft.com/office/drawing/2014/main" id="{33665F33-8985-456D-A3F5-2DE1AA7411D4}"/>
              </a:ext>
            </a:extLst>
          </p:cNvPr>
          <p:cNvCxnSpPr>
            <a:stCxn xmlns:a="http://schemas.openxmlformats.org/drawingml/2006/main" id="4" idx="3"/>
            <a:endCxn xmlns:a="http://schemas.openxmlformats.org/drawingml/2006/main" id="12" idx="1"/>
          </p:cNvCxnSpPr>
          <p:nvPr/>
        </p:nvCxnSpPr>
        <p:spPr>
          <a:xfrm xmlns:a="http://schemas.openxmlformats.org/drawingml/2006/main">
            <a:off x="2476500" y="2066925"/>
            <a:ext cx="762000" cy="0"/>
          </a:xfrm>
          <a:prstGeom xmlns:a="http://schemas.openxmlformats.org/drawingml/2006/main" prst="straightConnector1">
            <a:avLst/>
          </a:prstGeom>
          <a:ln xmlns:a="http://schemas.openxmlformats.org/drawingml/2006/main" w="19050">
            <a:solidFill>
              <a:srgbClr val="078C8C"/>
            </a:solidFill>
            <a:prstDash val="solid"/>
            <a:headEnd type="triangle" w="sm" len="sm"/>
          </a:ln>
        </p:spPr>
      </p:cxnSp>
      <p:sp>
        <p:nvSpPr>
          <p:cNvPr id="55" name="slide-2-title">
            <a:extLst xmlns:a="http://schemas.openxmlformats.org/drawingml/2006/main">
              <a:ext uri="{FF2B5EF4-FFF2-40B4-BE49-F238E27FC236}">
                <a16:creationId xmlns:a16="http://schemas.microsoft.com/office/drawing/2014/main" id="{541B75FB-7511-4DEC-96B6-B73BD2C4E793}"/>
              </a:ext>
            </a:extLst>
          </p:cNvPr>
          <p:cNvSpPr>
            <a:spLocks xmlns:a="http://schemas.openxmlformats.org/drawingml/2006/main" noGrp="1"/>
          </p:cNvSpPr>
          <p:nvPr/>
        </p:nvSpPr>
        <p:spPr>
          <a:xfrm xmlns:a="http://schemas.openxmlformats.org/drawingml/2006/main">
            <a:off x="590550" y="3429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235"/>
                </a:solidFill>
                <a:latin typeface="Arial"/>
                <a:ea typeface="Arial"/>
                <a:cs typeface="Arial"/>
              </a:defRPr>
            </a:defPPr>
            <a:lvl1pPr algn="l">
              <a:defRPr sz="3300" b="1">
                <a:solidFill>
                  <a:srgbClr val="102235"/>
                </a:solidFill>
                <a:latin typeface="Arial"/>
                <a:ea typeface="Arial"/>
                <a:cs typeface="Arial"/>
              </a:defRPr>
            </a:lvl1pPr>
            <a:lvl2pPr algn="l">
              <a:defRPr sz="3300" b="1">
                <a:solidFill>
                  <a:srgbClr val="102235"/>
                </a:solidFill>
                <a:latin typeface="Arial"/>
                <a:ea typeface="Arial"/>
                <a:cs typeface="Arial"/>
              </a:defRPr>
            </a:lvl2pPr>
            <a:lvl3pPr algn="l">
              <a:defRPr sz="3300" b="1">
                <a:solidFill>
                  <a:srgbClr val="102235"/>
                </a:solidFill>
                <a:latin typeface="Arial"/>
                <a:ea typeface="Arial"/>
                <a:cs typeface="Arial"/>
              </a:defRPr>
            </a:lvl3pPr>
            <a:lvl4pPr algn="l">
              <a:defRPr sz="3300" b="1">
                <a:solidFill>
                  <a:srgbClr val="102235"/>
                </a:solidFill>
                <a:latin typeface="Arial"/>
                <a:ea typeface="Arial"/>
                <a:cs typeface="Arial"/>
              </a:defRPr>
            </a:lvl4pPr>
            <a:lvl5pPr algn="l">
              <a:defRPr sz="3300" b="1">
                <a:solidFill>
                  <a:srgbClr val="102235"/>
                </a:solidFill>
                <a:latin typeface="Arial"/>
                <a:ea typeface="Arial"/>
                <a:cs typeface="Arial"/>
              </a:defRPr>
            </a:lvl5pPr>
            <a:lvl6pPr algn="l">
              <a:defRPr sz="3300" b="1">
                <a:solidFill>
                  <a:srgbClr val="102235"/>
                </a:solidFill>
                <a:latin typeface="Arial"/>
                <a:ea typeface="Arial"/>
                <a:cs typeface="Arial"/>
              </a:defRPr>
            </a:lvl6pPr>
            <a:lvl7pPr algn="l">
              <a:defRPr sz="3300" b="1">
                <a:solidFill>
                  <a:srgbClr val="102235"/>
                </a:solidFill>
                <a:latin typeface="Arial"/>
                <a:ea typeface="Arial"/>
                <a:cs typeface="Arial"/>
              </a:defRPr>
            </a:lvl7pPr>
            <a:lvl8pPr algn="l">
              <a:defRPr sz="3300" b="1">
                <a:solidFill>
                  <a:srgbClr val="102235"/>
                </a:solidFill>
                <a:latin typeface="Arial"/>
                <a:ea typeface="Arial"/>
                <a:cs typeface="Arial"/>
              </a:defRPr>
            </a:lvl8pPr>
            <a:lvl9pPr algn="l">
              <a:defRPr sz="3300" b="1">
                <a:solidFill>
                  <a:srgbClr val="102235"/>
                </a:solidFill>
                <a:latin typeface="Arial"/>
                <a:ea typeface="Arial"/>
                <a:cs typeface="Arial"/>
              </a:defRPr>
            </a:lvl9pPr>
          </a:lstStyle>
          <a:p xmlns:a="http://schemas.openxmlformats.org/drawingml/2006/main">
            <a:pPr algn="l">
              <a:defRPr sz="3300" b="1">
                <a:solidFill>
                  <a:srgbClr val="102235"/>
                </a:solidFill>
                <a:latin typeface="Arial"/>
                <a:ea typeface="Arial"/>
                <a:cs typeface="Arial"/>
              </a:defRPr>
            </a:pPr>
            <a:r>
              <a:rPr sz="3300" b="1">
                <a:solidFill>
                  <a:srgbClr val="102235"/>
                </a:solidFill>
                <a:latin typeface="Arial"/>
                <a:ea typeface="Arial"/>
                <a:cs typeface="Arial"/>
              </a:rPr>
              <a:t>Arquitectura general</a:t>
            </a:r>
          </a:p>
        </p:txBody>
      </p:sp>
      <p:sp>
        <p:nvSpPr>
          <p:cNvPr id="2" name="">
            <a:extLst xmlns:a="http://schemas.openxmlformats.org/drawingml/2006/main">
              <a:ext uri="{FF2B5EF4-FFF2-40B4-BE49-F238E27FC236}">
                <a16:creationId xmlns:a16="http://schemas.microsoft.com/office/drawing/2014/main" id="{03BB9EDD-D271-43A7-AA68-3B47CB7079AE}"/>
              </a:ext>
            </a:extLst>
          </p:cNvPr>
          <p:cNvSpPr>
            <a:spLocks xmlns:a="http://schemas.openxmlformats.org/drawingml/2006/main" noGrp="1"/>
          </p:cNvSpPr>
          <p:nvPr/>
        </p:nvSpPr>
        <p:spPr>
          <a:xfrm xmlns:a="http://schemas.openxmlformats.org/drawingml/2006/main">
            <a:off x="590550" y="1028700"/>
            <a:ext cx="800100" cy="47625"/>
          </a:xfrm>
          <a:prstGeom xmlns:a="http://schemas.openxmlformats.org/drawingml/2006/main" prst="rect">
            <a:avLst/>
          </a:prstGeom>
          <a:solidFill xmlns:a="http://schemas.openxmlformats.org/drawingml/2006/main">
            <a:srgbClr val="078C8C"/>
          </a:solidFill>
          <a:ln xmlns:a="http://schemas.openxmlformats.org/drawingml/2006/main" w="0">
            <a:solidFill>
              <a:srgbClr val="078C8C"/>
            </a:solidFill>
            <a:prstDash val="solid"/>
          </a:ln>
        </p:spPr>
      </p:sp>
      <p:sp>
        <p:nvSpPr>
          <p:cNvPr id="3" name="">
            <a:extLst xmlns:a="http://schemas.openxmlformats.org/drawingml/2006/main">
              <a:ext uri="{FF2B5EF4-FFF2-40B4-BE49-F238E27FC236}">
                <a16:creationId xmlns:a16="http://schemas.microsoft.com/office/drawing/2014/main" id="{4C1ACFA2-0F59-48D8-91E2-E33FE7A85C44}"/>
              </a:ext>
            </a:extLst>
          </p:cNvPr>
          <p:cNvSpPr>
            <a:spLocks xmlns:a="http://schemas.openxmlformats.org/drawingml/2006/main" noGrp="1"/>
          </p:cNvSpPr>
          <p:nvPr/>
        </p:nvSpPr>
        <p:spPr>
          <a:xfrm xmlns:a="http://schemas.openxmlformats.org/drawingml/2006/main">
            <a:off x="10715625" y="47625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879"/>
                </a:solidFill>
                <a:latin typeface="Arial"/>
                <a:ea typeface="Arial"/>
                <a:cs typeface="Arial"/>
              </a:defRPr>
            </a:defPPr>
            <a:lvl1pPr algn="r">
              <a:defRPr sz="1125" b="1">
                <a:solidFill>
                  <a:srgbClr val="526879"/>
                </a:solidFill>
                <a:latin typeface="Arial"/>
                <a:ea typeface="Arial"/>
                <a:cs typeface="Arial"/>
              </a:defRPr>
            </a:lvl1pPr>
            <a:lvl2pPr algn="r">
              <a:defRPr sz="1125" b="1">
                <a:solidFill>
                  <a:srgbClr val="526879"/>
                </a:solidFill>
                <a:latin typeface="Arial"/>
                <a:ea typeface="Arial"/>
                <a:cs typeface="Arial"/>
              </a:defRPr>
            </a:lvl2pPr>
            <a:lvl3pPr algn="r">
              <a:defRPr sz="1125" b="1">
                <a:solidFill>
                  <a:srgbClr val="526879"/>
                </a:solidFill>
                <a:latin typeface="Arial"/>
                <a:ea typeface="Arial"/>
                <a:cs typeface="Arial"/>
              </a:defRPr>
            </a:lvl3pPr>
            <a:lvl4pPr algn="r">
              <a:defRPr sz="1125" b="1">
                <a:solidFill>
                  <a:srgbClr val="526879"/>
                </a:solidFill>
                <a:latin typeface="Arial"/>
                <a:ea typeface="Arial"/>
                <a:cs typeface="Arial"/>
              </a:defRPr>
            </a:lvl4pPr>
            <a:lvl5pPr algn="r">
              <a:defRPr sz="1125" b="1">
                <a:solidFill>
                  <a:srgbClr val="526879"/>
                </a:solidFill>
                <a:latin typeface="Arial"/>
                <a:ea typeface="Arial"/>
                <a:cs typeface="Arial"/>
              </a:defRPr>
            </a:lvl5pPr>
            <a:lvl6pPr algn="r">
              <a:defRPr sz="1125" b="1">
                <a:solidFill>
                  <a:srgbClr val="526879"/>
                </a:solidFill>
                <a:latin typeface="Arial"/>
                <a:ea typeface="Arial"/>
                <a:cs typeface="Arial"/>
              </a:defRPr>
            </a:lvl6pPr>
            <a:lvl7pPr algn="r">
              <a:defRPr sz="1125" b="1">
                <a:solidFill>
                  <a:srgbClr val="526879"/>
                </a:solidFill>
                <a:latin typeface="Arial"/>
                <a:ea typeface="Arial"/>
                <a:cs typeface="Arial"/>
              </a:defRPr>
            </a:lvl7pPr>
            <a:lvl8pPr algn="r">
              <a:defRPr sz="1125" b="1">
                <a:solidFill>
                  <a:srgbClr val="526879"/>
                </a:solidFill>
                <a:latin typeface="Arial"/>
                <a:ea typeface="Arial"/>
                <a:cs typeface="Arial"/>
              </a:defRPr>
            </a:lvl8pPr>
            <a:lvl9pPr algn="r">
              <a:defRPr sz="1125" b="1">
                <a:solidFill>
                  <a:srgbClr val="526879"/>
                </a:solidFill>
                <a:latin typeface="Arial"/>
                <a:ea typeface="Arial"/>
                <a:cs typeface="Arial"/>
              </a:defRPr>
            </a:lvl9pPr>
          </a:lstStyle>
          <a:p xmlns:a="http://schemas.openxmlformats.org/drawingml/2006/main">
            <a:pPr algn="r">
              <a:defRPr sz="1125" b="1">
                <a:solidFill>
                  <a:srgbClr val="526879"/>
                </a:solidFill>
                <a:latin typeface="Arial"/>
                <a:ea typeface="Arial"/>
                <a:cs typeface="Arial"/>
              </a:defRPr>
            </a:pPr>
            <a:r>
              <a:rPr sz="1125" b="1">
                <a:solidFill>
                  <a:srgbClr val="526879"/>
                </a:solidFill>
                <a:latin typeface="Arial"/>
                <a:ea typeface="Arial"/>
                <a:cs typeface="Arial"/>
              </a:rPr>
              <a:t>02 / 08</a:t>
            </a:r>
          </a:p>
        </p:txBody>
      </p:sp>
      <p:sp>
        <p:nvSpPr>
          <p:cNvPr id="4" name="">
            <a:extLst xmlns:a="http://schemas.openxmlformats.org/drawingml/2006/main">
              <a:ext uri="{FF2B5EF4-FFF2-40B4-BE49-F238E27FC236}">
                <a16:creationId xmlns:a16="http://schemas.microsoft.com/office/drawing/2014/main" id="{0C8D7F54-C5DA-4583-8832-7DFD711DBC33}"/>
              </a:ext>
            </a:extLst>
          </p:cNvPr>
          <p:cNvSpPr>
            <a:spLocks xmlns:a="http://schemas.openxmlformats.org/drawingml/2006/main" noGrp="1"/>
          </p:cNvSpPr>
          <p:nvPr/>
        </p:nvSpPr>
        <p:spPr>
          <a:xfrm xmlns:a="http://schemas.openxmlformats.org/drawingml/2006/main">
            <a:off x="523875" y="1619250"/>
            <a:ext cx="1952625"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5" name="">
            <a:extLst xmlns:a="http://schemas.openxmlformats.org/drawingml/2006/main">
              <a:ext uri="{FF2B5EF4-FFF2-40B4-BE49-F238E27FC236}">
                <a16:creationId xmlns:a16="http://schemas.microsoft.com/office/drawing/2014/main" id="{4C466DB4-0C5C-4B0A-A4BE-C3CA71A4040A}"/>
              </a:ext>
            </a:extLst>
          </p:cNvPr>
          <p:cNvSpPr>
            <a:spLocks xmlns:a="http://schemas.openxmlformats.org/drawingml/2006/main" noGrp="1"/>
          </p:cNvSpPr>
          <p:nvPr/>
        </p:nvSpPr>
        <p:spPr>
          <a:xfrm xmlns:a="http://schemas.openxmlformats.org/drawingml/2006/main">
            <a:off x="523875" y="1619250"/>
            <a:ext cx="66675" cy="895350"/>
          </a:xfrm>
          <a:prstGeom xmlns:a="http://schemas.openxmlformats.org/drawingml/2006/main" prst="rect">
            <a:avLst/>
          </a:prstGeom>
          <a:solidFill xmlns:a="http://schemas.openxmlformats.org/drawingml/2006/main">
            <a:srgbClr val="2D67B2"/>
          </a:solidFill>
          <a:ln xmlns:a="http://schemas.openxmlformats.org/drawingml/2006/main" w="0">
            <a:solidFill>
              <a:srgbClr val="2D67B2"/>
            </a:solidFill>
            <a:prstDash val="solid"/>
          </a:ln>
        </p:spPr>
      </p:sp>
      <p:sp>
        <p:nvSpPr>
          <p:cNvPr id="6" name="">
            <a:extLst xmlns:a="http://schemas.openxmlformats.org/drawingml/2006/main">
              <a:ext uri="{FF2B5EF4-FFF2-40B4-BE49-F238E27FC236}">
                <a16:creationId xmlns:a16="http://schemas.microsoft.com/office/drawing/2014/main" id="{7F533D9D-BE1F-492D-97B7-A6225EE81C02}"/>
              </a:ext>
            </a:extLst>
          </p:cNvPr>
          <p:cNvSpPr>
            <a:spLocks xmlns:a="http://schemas.openxmlformats.org/drawingml/2006/main" noGrp="1"/>
          </p:cNvSpPr>
          <p:nvPr/>
        </p:nvSpPr>
        <p:spPr>
          <a:xfrm xmlns:a="http://schemas.openxmlformats.org/drawingml/2006/main">
            <a:off x="695325" y="1704975"/>
            <a:ext cx="1666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Frontend</a:t>
            </a:r>
          </a:p>
        </p:txBody>
      </p:sp>
      <p:sp>
        <p:nvSpPr>
          <p:cNvPr id="7" name="">
            <a:extLst xmlns:a="http://schemas.openxmlformats.org/drawingml/2006/main">
              <a:ext uri="{FF2B5EF4-FFF2-40B4-BE49-F238E27FC236}">
                <a16:creationId xmlns:a16="http://schemas.microsoft.com/office/drawing/2014/main" id="{75118386-EDCA-46B8-862D-2271A205A585}"/>
              </a:ext>
            </a:extLst>
          </p:cNvPr>
          <p:cNvSpPr>
            <a:spLocks xmlns:a="http://schemas.openxmlformats.org/drawingml/2006/main" noGrp="1"/>
          </p:cNvSpPr>
          <p:nvPr/>
        </p:nvSpPr>
        <p:spPr>
          <a:xfrm xmlns:a="http://schemas.openxmlformats.org/drawingml/2006/main">
            <a:off x="695325" y="2019300"/>
            <a:ext cx="1666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26879"/>
                </a:solidFill>
                <a:latin typeface="Arial"/>
                <a:ea typeface="Arial"/>
                <a:cs typeface="Arial"/>
              </a:defRPr>
            </a:defPPr>
            <a:lvl1pPr algn="l">
              <a:defRPr sz="1275" b="0">
                <a:solidFill>
                  <a:srgbClr val="526879"/>
                </a:solidFill>
                <a:latin typeface="Arial"/>
                <a:ea typeface="Arial"/>
                <a:cs typeface="Arial"/>
              </a:defRPr>
            </a:lvl1pPr>
            <a:lvl2pPr algn="l">
              <a:defRPr sz="1275" b="0">
                <a:solidFill>
                  <a:srgbClr val="526879"/>
                </a:solidFill>
                <a:latin typeface="Arial"/>
                <a:ea typeface="Arial"/>
                <a:cs typeface="Arial"/>
              </a:defRPr>
            </a:lvl2pPr>
            <a:lvl3pPr algn="l">
              <a:defRPr sz="1275" b="0">
                <a:solidFill>
                  <a:srgbClr val="526879"/>
                </a:solidFill>
                <a:latin typeface="Arial"/>
                <a:ea typeface="Arial"/>
                <a:cs typeface="Arial"/>
              </a:defRPr>
            </a:lvl3pPr>
            <a:lvl4pPr algn="l">
              <a:defRPr sz="1275" b="0">
                <a:solidFill>
                  <a:srgbClr val="526879"/>
                </a:solidFill>
                <a:latin typeface="Arial"/>
                <a:ea typeface="Arial"/>
                <a:cs typeface="Arial"/>
              </a:defRPr>
            </a:lvl4pPr>
            <a:lvl5pPr algn="l">
              <a:defRPr sz="1275" b="0">
                <a:solidFill>
                  <a:srgbClr val="526879"/>
                </a:solidFill>
                <a:latin typeface="Arial"/>
                <a:ea typeface="Arial"/>
                <a:cs typeface="Arial"/>
              </a:defRPr>
            </a:lvl5pPr>
            <a:lvl6pPr algn="l">
              <a:defRPr sz="1275" b="0">
                <a:solidFill>
                  <a:srgbClr val="526879"/>
                </a:solidFill>
                <a:latin typeface="Arial"/>
                <a:ea typeface="Arial"/>
                <a:cs typeface="Arial"/>
              </a:defRPr>
            </a:lvl6pPr>
            <a:lvl7pPr algn="l">
              <a:defRPr sz="1275" b="0">
                <a:solidFill>
                  <a:srgbClr val="526879"/>
                </a:solidFill>
                <a:latin typeface="Arial"/>
                <a:ea typeface="Arial"/>
                <a:cs typeface="Arial"/>
              </a:defRPr>
            </a:lvl7pPr>
            <a:lvl8pPr algn="l">
              <a:defRPr sz="1275" b="0">
                <a:solidFill>
                  <a:srgbClr val="526879"/>
                </a:solidFill>
                <a:latin typeface="Arial"/>
                <a:ea typeface="Arial"/>
                <a:cs typeface="Arial"/>
              </a:defRPr>
            </a:lvl8pPr>
            <a:lvl9pPr algn="l">
              <a:defRPr sz="1275" b="0">
                <a:solidFill>
                  <a:srgbClr val="526879"/>
                </a:solidFill>
                <a:latin typeface="Arial"/>
                <a:ea typeface="Arial"/>
                <a:cs typeface="Arial"/>
              </a:defRPr>
            </a:lvl9pPr>
          </a:lstStyle>
          <a:p xmlns:a="http://schemas.openxmlformats.org/drawingml/2006/main">
            <a:pPr algn="l">
              <a:defRPr sz="1275" b="0">
                <a:solidFill>
                  <a:srgbClr val="526879"/>
                </a:solidFill>
                <a:latin typeface="Arial"/>
                <a:ea typeface="Arial"/>
                <a:cs typeface="Arial"/>
              </a:defRPr>
            </a:pPr>
            <a:r>
              <a:rPr sz="1275" b="0">
                <a:solidFill>
                  <a:srgbClr val="526879"/>
                </a:solidFill>
                <a:latin typeface="Arial"/>
                <a:ea typeface="Arial"/>
                <a:cs typeface="Arial"/>
              </a:rPr>
              <a:t>React · Nginx · EC2</a:t>
            </a:r>
          </a:p>
        </p:txBody>
      </p:sp>
      <p:sp>
        <p:nvSpPr>
          <p:cNvPr id="8" name="">
            <a:extLst xmlns:a="http://schemas.openxmlformats.org/drawingml/2006/main">
              <a:ext uri="{FF2B5EF4-FFF2-40B4-BE49-F238E27FC236}">
                <a16:creationId xmlns:a16="http://schemas.microsoft.com/office/drawing/2014/main" id="{767EE384-8D02-490C-AF4E-96C4C13335C3}"/>
              </a:ext>
            </a:extLst>
          </p:cNvPr>
          <p:cNvSpPr>
            <a:spLocks xmlns:a="http://schemas.openxmlformats.org/drawingml/2006/main" noGrp="1"/>
          </p:cNvSpPr>
          <p:nvPr/>
        </p:nvSpPr>
        <p:spPr>
          <a:xfrm xmlns:a="http://schemas.openxmlformats.org/drawingml/2006/main">
            <a:off x="523875" y="3905250"/>
            <a:ext cx="2143125" cy="8382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9" name="">
            <a:extLst xmlns:a="http://schemas.openxmlformats.org/drawingml/2006/main">
              <a:ext uri="{FF2B5EF4-FFF2-40B4-BE49-F238E27FC236}">
                <a16:creationId xmlns:a16="http://schemas.microsoft.com/office/drawing/2014/main" id="{A63FBDF1-C4C4-46A2-BC92-8297BCD7BD42}"/>
              </a:ext>
            </a:extLst>
          </p:cNvPr>
          <p:cNvSpPr>
            <a:spLocks xmlns:a="http://schemas.openxmlformats.org/drawingml/2006/main" noGrp="1"/>
          </p:cNvSpPr>
          <p:nvPr/>
        </p:nvSpPr>
        <p:spPr>
          <a:xfrm xmlns:a="http://schemas.openxmlformats.org/drawingml/2006/main">
            <a:off x="523875" y="3905250"/>
            <a:ext cx="66675" cy="838200"/>
          </a:xfrm>
          <a:prstGeom xmlns:a="http://schemas.openxmlformats.org/drawingml/2006/main" prst="rect">
            <a:avLst/>
          </a:prstGeom>
          <a:solidFill xmlns:a="http://schemas.openxmlformats.org/drawingml/2006/main">
            <a:srgbClr val="E79845"/>
          </a:solidFill>
          <a:ln xmlns:a="http://schemas.openxmlformats.org/drawingml/2006/main" w="0">
            <a:solidFill>
              <a:srgbClr val="E79845"/>
            </a:solidFill>
            <a:prstDash val="solid"/>
          </a:ln>
        </p:spPr>
      </p:sp>
      <p:sp>
        <p:nvSpPr>
          <p:cNvPr id="10" name="">
            <a:extLst xmlns:a="http://schemas.openxmlformats.org/drawingml/2006/main">
              <a:ext uri="{FF2B5EF4-FFF2-40B4-BE49-F238E27FC236}">
                <a16:creationId xmlns:a16="http://schemas.microsoft.com/office/drawing/2014/main" id="{4A5AF540-E9FF-4D03-A11F-830FC93A9428}"/>
              </a:ext>
            </a:extLst>
          </p:cNvPr>
          <p:cNvSpPr>
            <a:spLocks xmlns:a="http://schemas.openxmlformats.org/drawingml/2006/main" noGrp="1"/>
          </p:cNvSpPr>
          <p:nvPr/>
        </p:nvSpPr>
        <p:spPr>
          <a:xfrm xmlns:a="http://schemas.openxmlformats.org/drawingml/2006/main">
            <a:off x="695325" y="3990975"/>
            <a:ext cx="1857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02235"/>
                </a:solidFill>
                <a:latin typeface="Arial"/>
                <a:ea typeface="Arial"/>
                <a:cs typeface="Arial"/>
              </a:defRPr>
            </a:defPPr>
            <a:lvl1pPr algn="l">
              <a:defRPr sz="1500" b="1">
                <a:solidFill>
                  <a:srgbClr val="102235"/>
                </a:solidFill>
                <a:latin typeface="Arial"/>
                <a:ea typeface="Arial"/>
                <a:cs typeface="Arial"/>
              </a:defRPr>
            </a:lvl1pPr>
            <a:lvl2pPr algn="l">
              <a:defRPr sz="1500" b="1">
                <a:solidFill>
                  <a:srgbClr val="102235"/>
                </a:solidFill>
                <a:latin typeface="Arial"/>
                <a:ea typeface="Arial"/>
                <a:cs typeface="Arial"/>
              </a:defRPr>
            </a:lvl2pPr>
            <a:lvl3pPr algn="l">
              <a:defRPr sz="1500" b="1">
                <a:solidFill>
                  <a:srgbClr val="102235"/>
                </a:solidFill>
                <a:latin typeface="Arial"/>
                <a:ea typeface="Arial"/>
                <a:cs typeface="Arial"/>
              </a:defRPr>
            </a:lvl3pPr>
            <a:lvl4pPr algn="l">
              <a:defRPr sz="1500" b="1">
                <a:solidFill>
                  <a:srgbClr val="102235"/>
                </a:solidFill>
                <a:latin typeface="Arial"/>
                <a:ea typeface="Arial"/>
                <a:cs typeface="Arial"/>
              </a:defRPr>
            </a:lvl4pPr>
            <a:lvl5pPr algn="l">
              <a:defRPr sz="1500" b="1">
                <a:solidFill>
                  <a:srgbClr val="102235"/>
                </a:solidFill>
                <a:latin typeface="Arial"/>
                <a:ea typeface="Arial"/>
                <a:cs typeface="Arial"/>
              </a:defRPr>
            </a:lvl5pPr>
            <a:lvl6pPr algn="l">
              <a:defRPr sz="1500" b="1">
                <a:solidFill>
                  <a:srgbClr val="102235"/>
                </a:solidFill>
                <a:latin typeface="Arial"/>
                <a:ea typeface="Arial"/>
                <a:cs typeface="Arial"/>
              </a:defRPr>
            </a:lvl6pPr>
            <a:lvl7pPr algn="l">
              <a:defRPr sz="1500" b="1">
                <a:solidFill>
                  <a:srgbClr val="102235"/>
                </a:solidFill>
                <a:latin typeface="Arial"/>
                <a:ea typeface="Arial"/>
                <a:cs typeface="Arial"/>
              </a:defRPr>
            </a:lvl7pPr>
            <a:lvl8pPr algn="l">
              <a:defRPr sz="1500" b="1">
                <a:solidFill>
                  <a:srgbClr val="102235"/>
                </a:solidFill>
                <a:latin typeface="Arial"/>
                <a:ea typeface="Arial"/>
                <a:cs typeface="Arial"/>
              </a:defRPr>
            </a:lvl8pPr>
            <a:lvl9pPr algn="l">
              <a:defRPr sz="1500" b="1">
                <a:solidFill>
                  <a:srgbClr val="102235"/>
                </a:solidFill>
                <a:latin typeface="Arial"/>
                <a:ea typeface="Arial"/>
                <a:cs typeface="Arial"/>
              </a:defRPr>
            </a:lvl9pPr>
          </a:lstStyle>
          <a:p xmlns:a="http://schemas.openxmlformats.org/drawingml/2006/main">
            <a:pPr algn="l">
              <a:defRPr sz="1500" b="1">
                <a:solidFill>
                  <a:srgbClr val="102235"/>
                </a:solidFill>
                <a:latin typeface="Arial"/>
                <a:ea typeface="Arial"/>
                <a:cs typeface="Arial"/>
              </a:defRPr>
            </a:pPr>
            <a:r>
              <a:rPr sz="1500" b="1">
                <a:solidFill>
                  <a:srgbClr val="102235"/>
                </a:solidFill>
                <a:latin typeface="Arial"/>
                <a:ea typeface="Arial"/>
                <a:cs typeface="Arial"/>
              </a:rPr>
              <a:t>Microsoft Entra ID</a:t>
            </a:r>
          </a:p>
        </p:txBody>
      </p:sp>
      <p:sp>
        <p:nvSpPr>
          <p:cNvPr id="11" name="">
            <a:extLst xmlns:a="http://schemas.openxmlformats.org/drawingml/2006/main">
              <a:ext uri="{FF2B5EF4-FFF2-40B4-BE49-F238E27FC236}">
                <a16:creationId xmlns:a16="http://schemas.microsoft.com/office/drawing/2014/main" id="{ADFE83A7-6FF0-4F31-9D43-4612866677E2}"/>
              </a:ext>
            </a:extLst>
          </p:cNvPr>
          <p:cNvSpPr>
            <a:spLocks xmlns:a="http://schemas.openxmlformats.org/drawingml/2006/main" noGrp="1"/>
          </p:cNvSpPr>
          <p:nvPr/>
        </p:nvSpPr>
        <p:spPr>
          <a:xfrm xmlns:a="http://schemas.openxmlformats.org/drawingml/2006/main">
            <a:off x="695325" y="4305300"/>
            <a:ext cx="1857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526879"/>
                </a:solidFill>
                <a:latin typeface="Arial"/>
                <a:ea typeface="Arial"/>
                <a:cs typeface="Arial"/>
              </a:defRPr>
            </a:defPPr>
            <a:lvl1pPr algn="l">
              <a:defRPr sz="1200" b="0">
                <a:solidFill>
                  <a:srgbClr val="526879"/>
                </a:solidFill>
                <a:latin typeface="Arial"/>
                <a:ea typeface="Arial"/>
                <a:cs typeface="Arial"/>
              </a:defRPr>
            </a:lvl1pPr>
            <a:lvl2pPr algn="l">
              <a:defRPr sz="1200" b="0">
                <a:solidFill>
                  <a:srgbClr val="526879"/>
                </a:solidFill>
                <a:latin typeface="Arial"/>
                <a:ea typeface="Arial"/>
                <a:cs typeface="Arial"/>
              </a:defRPr>
            </a:lvl2pPr>
            <a:lvl3pPr algn="l">
              <a:defRPr sz="1200" b="0">
                <a:solidFill>
                  <a:srgbClr val="526879"/>
                </a:solidFill>
                <a:latin typeface="Arial"/>
                <a:ea typeface="Arial"/>
                <a:cs typeface="Arial"/>
              </a:defRPr>
            </a:lvl3pPr>
            <a:lvl4pPr algn="l">
              <a:defRPr sz="1200" b="0">
                <a:solidFill>
                  <a:srgbClr val="526879"/>
                </a:solidFill>
                <a:latin typeface="Arial"/>
                <a:ea typeface="Arial"/>
                <a:cs typeface="Arial"/>
              </a:defRPr>
            </a:lvl4pPr>
            <a:lvl5pPr algn="l">
              <a:defRPr sz="1200" b="0">
                <a:solidFill>
                  <a:srgbClr val="526879"/>
                </a:solidFill>
                <a:latin typeface="Arial"/>
                <a:ea typeface="Arial"/>
                <a:cs typeface="Arial"/>
              </a:defRPr>
            </a:lvl5pPr>
            <a:lvl6pPr algn="l">
              <a:defRPr sz="1200" b="0">
                <a:solidFill>
                  <a:srgbClr val="526879"/>
                </a:solidFill>
                <a:latin typeface="Arial"/>
                <a:ea typeface="Arial"/>
                <a:cs typeface="Arial"/>
              </a:defRPr>
            </a:lvl6pPr>
            <a:lvl7pPr algn="l">
              <a:defRPr sz="1200" b="0">
                <a:solidFill>
                  <a:srgbClr val="526879"/>
                </a:solidFill>
                <a:latin typeface="Arial"/>
                <a:ea typeface="Arial"/>
                <a:cs typeface="Arial"/>
              </a:defRPr>
            </a:lvl7pPr>
            <a:lvl8pPr algn="l">
              <a:defRPr sz="1200" b="0">
                <a:solidFill>
                  <a:srgbClr val="526879"/>
                </a:solidFill>
                <a:latin typeface="Arial"/>
                <a:ea typeface="Arial"/>
                <a:cs typeface="Arial"/>
              </a:defRPr>
            </a:lvl8pPr>
            <a:lvl9pPr algn="l">
              <a:defRPr sz="1200" b="0">
                <a:solidFill>
                  <a:srgbClr val="526879"/>
                </a:solidFill>
                <a:latin typeface="Arial"/>
                <a:ea typeface="Arial"/>
                <a:cs typeface="Arial"/>
              </a:defRPr>
            </a:lvl9pPr>
          </a:lstStyle>
          <a:p xmlns:a="http://schemas.openxmlformats.org/drawingml/2006/main">
            <a:pPr algn="l">
              <a:defRPr sz="1200" b="0">
                <a:solidFill>
                  <a:srgbClr val="526879"/>
                </a:solidFill>
                <a:latin typeface="Arial"/>
                <a:ea typeface="Arial"/>
                <a:cs typeface="Arial"/>
              </a:defRPr>
            </a:pPr>
            <a:r>
              <a:rPr sz="1200" b="0">
                <a:solidFill>
                  <a:srgbClr val="526879"/>
                </a:solidFill>
                <a:latin typeface="Arial"/>
                <a:ea typeface="Arial"/>
                <a:cs typeface="Arial"/>
              </a:rPr>
              <a:t>Tenant · OIDC · JWT</a:t>
            </a:r>
          </a:p>
        </p:txBody>
      </p:sp>
      <p:sp>
        <p:nvSpPr>
          <p:cNvPr id="12" name="">
            <a:extLst xmlns:a="http://schemas.openxmlformats.org/drawingml/2006/main">
              <a:ext uri="{FF2B5EF4-FFF2-40B4-BE49-F238E27FC236}">
                <a16:creationId xmlns:a16="http://schemas.microsoft.com/office/drawing/2014/main" id="{F601C53F-700E-4D0C-9CB7-C39F29A247B0}"/>
              </a:ext>
            </a:extLst>
          </p:cNvPr>
          <p:cNvSpPr>
            <a:spLocks xmlns:a="http://schemas.openxmlformats.org/drawingml/2006/main" noGrp="1"/>
          </p:cNvSpPr>
          <p:nvPr/>
        </p:nvSpPr>
        <p:spPr>
          <a:xfrm xmlns:a="http://schemas.openxmlformats.org/drawingml/2006/main">
            <a:off x="3238500" y="1619250"/>
            <a:ext cx="2143125" cy="89535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13" name="">
            <a:extLst xmlns:a="http://schemas.openxmlformats.org/drawingml/2006/main">
              <a:ext uri="{FF2B5EF4-FFF2-40B4-BE49-F238E27FC236}">
                <a16:creationId xmlns:a16="http://schemas.microsoft.com/office/drawing/2014/main" id="{61F06C11-B0FB-4A55-965C-96B98F14C70E}"/>
              </a:ext>
            </a:extLst>
          </p:cNvPr>
          <p:cNvSpPr>
            <a:spLocks xmlns:a="http://schemas.openxmlformats.org/drawingml/2006/main" noGrp="1"/>
          </p:cNvSpPr>
          <p:nvPr/>
        </p:nvSpPr>
        <p:spPr>
          <a:xfrm xmlns:a="http://schemas.openxmlformats.org/drawingml/2006/main">
            <a:off x="3238500" y="1619250"/>
            <a:ext cx="66675" cy="895350"/>
          </a:xfrm>
          <a:prstGeom xmlns:a="http://schemas.openxmlformats.org/drawingml/2006/main" prst="rect">
            <a:avLst/>
          </a:prstGeom>
          <a:solidFill xmlns:a="http://schemas.openxmlformats.org/drawingml/2006/main">
            <a:srgbClr val="078C8C"/>
          </a:solidFill>
          <a:ln xmlns:a="http://schemas.openxmlformats.org/drawingml/2006/main" w="0">
            <a:solidFill>
              <a:srgbClr val="078C8C"/>
            </a:solidFill>
            <a:prstDash val="solid"/>
          </a:ln>
        </p:spPr>
      </p:sp>
      <p:sp>
        <p:nvSpPr>
          <p:cNvPr id="14" name="">
            <a:extLst xmlns:a="http://schemas.openxmlformats.org/drawingml/2006/main">
              <a:ext uri="{FF2B5EF4-FFF2-40B4-BE49-F238E27FC236}">
                <a16:creationId xmlns:a16="http://schemas.microsoft.com/office/drawing/2014/main" id="{3F4E5BD2-27D3-4A9B-A1DE-EFD271211F36}"/>
              </a:ext>
            </a:extLst>
          </p:cNvPr>
          <p:cNvSpPr>
            <a:spLocks xmlns:a="http://schemas.openxmlformats.org/drawingml/2006/main" noGrp="1"/>
          </p:cNvSpPr>
          <p:nvPr/>
        </p:nvSpPr>
        <p:spPr>
          <a:xfrm xmlns:a="http://schemas.openxmlformats.org/drawingml/2006/main">
            <a:off x="3409950" y="1704975"/>
            <a:ext cx="1857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AWS API Gateway</a:t>
            </a:r>
          </a:p>
        </p:txBody>
      </p:sp>
      <p:sp>
        <p:nvSpPr>
          <p:cNvPr id="15" name="">
            <a:extLst xmlns:a="http://schemas.openxmlformats.org/drawingml/2006/main">
              <a:ext uri="{FF2B5EF4-FFF2-40B4-BE49-F238E27FC236}">
                <a16:creationId xmlns:a16="http://schemas.microsoft.com/office/drawing/2014/main" id="{18BBD851-DB6A-4968-97C2-ADD41454455B}"/>
              </a:ext>
            </a:extLst>
          </p:cNvPr>
          <p:cNvSpPr>
            <a:spLocks xmlns:a="http://schemas.openxmlformats.org/drawingml/2006/main" noGrp="1"/>
          </p:cNvSpPr>
          <p:nvPr/>
        </p:nvSpPr>
        <p:spPr>
          <a:xfrm xmlns:a="http://schemas.openxmlformats.org/drawingml/2006/main">
            <a:off x="3409950" y="2019300"/>
            <a:ext cx="1857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526879"/>
                </a:solidFill>
                <a:latin typeface="Arial"/>
                <a:ea typeface="Arial"/>
                <a:cs typeface="Arial"/>
              </a:defRPr>
            </a:defPPr>
            <a:lvl1pPr algn="l">
              <a:defRPr sz="1200" b="0">
                <a:solidFill>
                  <a:srgbClr val="526879"/>
                </a:solidFill>
                <a:latin typeface="Arial"/>
                <a:ea typeface="Arial"/>
                <a:cs typeface="Arial"/>
              </a:defRPr>
            </a:lvl1pPr>
            <a:lvl2pPr algn="l">
              <a:defRPr sz="1200" b="0">
                <a:solidFill>
                  <a:srgbClr val="526879"/>
                </a:solidFill>
                <a:latin typeface="Arial"/>
                <a:ea typeface="Arial"/>
                <a:cs typeface="Arial"/>
              </a:defRPr>
            </a:lvl2pPr>
            <a:lvl3pPr algn="l">
              <a:defRPr sz="1200" b="0">
                <a:solidFill>
                  <a:srgbClr val="526879"/>
                </a:solidFill>
                <a:latin typeface="Arial"/>
                <a:ea typeface="Arial"/>
                <a:cs typeface="Arial"/>
              </a:defRPr>
            </a:lvl3pPr>
            <a:lvl4pPr algn="l">
              <a:defRPr sz="1200" b="0">
                <a:solidFill>
                  <a:srgbClr val="526879"/>
                </a:solidFill>
                <a:latin typeface="Arial"/>
                <a:ea typeface="Arial"/>
                <a:cs typeface="Arial"/>
              </a:defRPr>
            </a:lvl4pPr>
            <a:lvl5pPr algn="l">
              <a:defRPr sz="1200" b="0">
                <a:solidFill>
                  <a:srgbClr val="526879"/>
                </a:solidFill>
                <a:latin typeface="Arial"/>
                <a:ea typeface="Arial"/>
                <a:cs typeface="Arial"/>
              </a:defRPr>
            </a:lvl5pPr>
            <a:lvl6pPr algn="l">
              <a:defRPr sz="1200" b="0">
                <a:solidFill>
                  <a:srgbClr val="526879"/>
                </a:solidFill>
                <a:latin typeface="Arial"/>
                <a:ea typeface="Arial"/>
                <a:cs typeface="Arial"/>
              </a:defRPr>
            </a:lvl6pPr>
            <a:lvl7pPr algn="l">
              <a:defRPr sz="1200" b="0">
                <a:solidFill>
                  <a:srgbClr val="526879"/>
                </a:solidFill>
                <a:latin typeface="Arial"/>
                <a:ea typeface="Arial"/>
                <a:cs typeface="Arial"/>
              </a:defRPr>
            </a:lvl7pPr>
            <a:lvl8pPr algn="l">
              <a:defRPr sz="1200" b="0">
                <a:solidFill>
                  <a:srgbClr val="526879"/>
                </a:solidFill>
                <a:latin typeface="Arial"/>
                <a:ea typeface="Arial"/>
                <a:cs typeface="Arial"/>
              </a:defRPr>
            </a:lvl8pPr>
            <a:lvl9pPr algn="l">
              <a:defRPr sz="1200" b="0">
                <a:solidFill>
                  <a:srgbClr val="526879"/>
                </a:solidFill>
                <a:latin typeface="Arial"/>
                <a:ea typeface="Arial"/>
                <a:cs typeface="Arial"/>
              </a:defRPr>
            </a:lvl9pPr>
          </a:lstStyle>
          <a:p xmlns:a="http://schemas.openxmlformats.org/drawingml/2006/main">
            <a:pPr algn="l">
              <a:defRPr sz="1200" b="0">
                <a:solidFill>
                  <a:srgbClr val="526879"/>
                </a:solidFill>
                <a:latin typeface="Arial"/>
                <a:ea typeface="Arial"/>
                <a:cs typeface="Arial"/>
              </a:defRPr>
            </a:pPr>
            <a:r>
              <a:rPr sz="1200" b="0">
                <a:solidFill>
                  <a:srgbClr val="526879"/>
                </a:solidFill>
                <a:latin typeface="Arial"/>
                <a:ea typeface="Arial"/>
                <a:cs typeface="Arial"/>
              </a:rPr>
              <a:t>JWT authorizer · CORS</a:t>
            </a:r>
          </a:p>
        </p:txBody>
      </p:sp>
      <p:sp>
        <p:nvSpPr>
          <p:cNvPr id="16" name="microservices-boundary">
            <a:extLst xmlns:a="http://schemas.openxmlformats.org/drawingml/2006/main">
              <a:ext uri="{FF2B5EF4-FFF2-40B4-BE49-F238E27FC236}">
                <a16:creationId xmlns:a16="http://schemas.microsoft.com/office/drawing/2014/main" id="{DC9A65CB-466B-4FF4-AE2F-EEF9EF2BC50E}"/>
              </a:ext>
            </a:extLst>
          </p:cNvPr>
          <p:cNvSpPr>
            <a:spLocks xmlns:a="http://schemas.openxmlformats.org/drawingml/2006/main" noGrp="1"/>
          </p:cNvSpPr>
          <p:nvPr/>
        </p:nvSpPr>
        <p:spPr>
          <a:xfrm xmlns:a="http://schemas.openxmlformats.org/drawingml/2006/main">
            <a:off x="6048375" y="1257300"/>
            <a:ext cx="2705100" cy="3028950"/>
          </a:xfrm>
          <a:prstGeom xmlns:a="http://schemas.openxmlformats.org/drawingml/2006/main" prst="rect">
            <a:avLst/>
          </a:prstGeom>
          <a:noFill xmlns:a="http://schemas.openxmlformats.org/drawingml/2006/main"/>
          <a:ln xmlns:a="http://schemas.openxmlformats.org/drawingml/2006/main" w="14288">
            <a:solidFill>
              <a:srgbClr val="BED0DA"/>
            </a:solidFill>
            <a:prstDash val="solid"/>
          </a:ln>
        </p:spPr>
      </p:sp>
      <p:sp>
        <p:nvSpPr>
          <p:cNvPr id="17" name="">
            <a:extLst xmlns:a="http://schemas.openxmlformats.org/drawingml/2006/main">
              <a:ext uri="{FF2B5EF4-FFF2-40B4-BE49-F238E27FC236}">
                <a16:creationId xmlns:a16="http://schemas.microsoft.com/office/drawing/2014/main" id="{86E72902-A76F-40BA-9D48-E4895FA0C621}"/>
              </a:ext>
            </a:extLst>
          </p:cNvPr>
          <p:cNvSpPr>
            <a:spLocks xmlns:a="http://schemas.openxmlformats.org/drawingml/2006/main" noGrp="1"/>
          </p:cNvSpPr>
          <p:nvPr/>
        </p:nvSpPr>
        <p:spPr>
          <a:xfrm xmlns:a="http://schemas.openxmlformats.org/drawingml/2006/main">
            <a:off x="6219825" y="135255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26879"/>
                </a:solidFill>
                <a:latin typeface="Arial"/>
                <a:ea typeface="Arial"/>
                <a:cs typeface="Arial"/>
              </a:defRPr>
            </a:defPPr>
            <a:lvl1pPr algn="l">
              <a:defRPr sz="1125" b="1">
                <a:solidFill>
                  <a:srgbClr val="526879"/>
                </a:solidFill>
                <a:latin typeface="Arial"/>
                <a:ea typeface="Arial"/>
                <a:cs typeface="Arial"/>
              </a:defRPr>
            </a:lvl1pPr>
            <a:lvl2pPr algn="l">
              <a:defRPr sz="1125" b="1">
                <a:solidFill>
                  <a:srgbClr val="526879"/>
                </a:solidFill>
                <a:latin typeface="Arial"/>
                <a:ea typeface="Arial"/>
                <a:cs typeface="Arial"/>
              </a:defRPr>
            </a:lvl2pPr>
            <a:lvl3pPr algn="l">
              <a:defRPr sz="1125" b="1">
                <a:solidFill>
                  <a:srgbClr val="526879"/>
                </a:solidFill>
                <a:latin typeface="Arial"/>
                <a:ea typeface="Arial"/>
                <a:cs typeface="Arial"/>
              </a:defRPr>
            </a:lvl3pPr>
            <a:lvl4pPr algn="l">
              <a:defRPr sz="1125" b="1">
                <a:solidFill>
                  <a:srgbClr val="526879"/>
                </a:solidFill>
                <a:latin typeface="Arial"/>
                <a:ea typeface="Arial"/>
                <a:cs typeface="Arial"/>
              </a:defRPr>
            </a:lvl4pPr>
            <a:lvl5pPr algn="l">
              <a:defRPr sz="1125" b="1">
                <a:solidFill>
                  <a:srgbClr val="526879"/>
                </a:solidFill>
                <a:latin typeface="Arial"/>
                <a:ea typeface="Arial"/>
                <a:cs typeface="Arial"/>
              </a:defRPr>
            </a:lvl5pPr>
            <a:lvl6pPr algn="l">
              <a:defRPr sz="1125" b="1">
                <a:solidFill>
                  <a:srgbClr val="526879"/>
                </a:solidFill>
                <a:latin typeface="Arial"/>
                <a:ea typeface="Arial"/>
                <a:cs typeface="Arial"/>
              </a:defRPr>
            </a:lvl6pPr>
            <a:lvl7pPr algn="l">
              <a:defRPr sz="1125" b="1">
                <a:solidFill>
                  <a:srgbClr val="526879"/>
                </a:solidFill>
                <a:latin typeface="Arial"/>
                <a:ea typeface="Arial"/>
                <a:cs typeface="Arial"/>
              </a:defRPr>
            </a:lvl7pPr>
            <a:lvl8pPr algn="l">
              <a:defRPr sz="1125" b="1">
                <a:solidFill>
                  <a:srgbClr val="526879"/>
                </a:solidFill>
                <a:latin typeface="Arial"/>
                <a:ea typeface="Arial"/>
                <a:cs typeface="Arial"/>
              </a:defRPr>
            </a:lvl8pPr>
            <a:lvl9pPr algn="l">
              <a:defRPr sz="1125" b="1">
                <a:solidFill>
                  <a:srgbClr val="526879"/>
                </a:solidFill>
                <a:latin typeface="Arial"/>
                <a:ea typeface="Arial"/>
                <a:cs typeface="Arial"/>
              </a:defRPr>
            </a:lvl9pPr>
          </a:lstStyle>
          <a:p xmlns:a="http://schemas.openxmlformats.org/drawingml/2006/main">
            <a:pPr algn="l">
              <a:defRPr sz="1125" b="1">
                <a:solidFill>
                  <a:srgbClr val="526879"/>
                </a:solidFill>
                <a:latin typeface="Arial"/>
                <a:ea typeface="Arial"/>
                <a:cs typeface="Arial"/>
              </a:defRPr>
            </a:pPr>
            <a:r>
              <a:rPr sz="1125" b="1">
                <a:solidFill>
                  <a:srgbClr val="526879"/>
                </a:solidFill>
                <a:latin typeface="Arial"/>
                <a:ea typeface="Arial"/>
                <a:cs typeface="Arial"/>
              </a:rPr>
              <a:t>MICROSERVICIOS EN DOCKER</a:t>
            </a:r>
          </a:p>
        </p:txBody>
      </p:sp>
      <p:sp>
        <p:nvSpPr>
          <p:cNvPr id="18" name="">
            <a:extLst xmlns:a="http://schemas.openxmlformats.org/drawingml/2006/main">
              <a:ext uri="{FF2B5EF4-FFF2-40B4-BE49-F238E27FC236}">
                <a16:creationId xmlns:a16="http://schemas.microsoft.com/office/drawing/2014/main" id="{42185BB3-77FB-401E-BD37-B5A5F4FC9907}"/>
              </a:ext>
            </a:extLst>
          </p:cNvPr>
          <p:cNvSpPr>
            <a:spLocks xmlns:a="http://schemas.openxmlformats.org/drawingml/2006/main" noGrp="1"/>
          </p:cNvSpPr>
          <p:nvPr/>
        </p:nvSpPr>
        <p:spPr>
          <a:xfrm xmlns:a="http://schemas.openxmlformats.org/drawingml/2006/main">
            <a:off x="6257925" y="1762125"/>
            <a:ext cx="2276475"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19" name="">
            <a:extLst xmlns:a="http://schemas.openxmlformats.org/drawingml/2006/main">
              <a:ext uri="{FF2B5EF4-FFF2-40B4-BE49-F238E27FC236}">
                <a16:creationId xmlns:a16="http://schemas.microsoft.com/office/drawing/2014/main" id="{A6E673F3-E905-4F92-BAD4-67FDAD8B1D40}"/>
              </a:ext>
            </a:extLst>
          </p:cNvPr>
          <p:cNvSpPr>
            <a:spLocks xmlns:a="http://schemas.openxmlformats.org/drawingml/2006/main" noGrp="1"/>
          </p:cNvSpPr>
          <p:nvPr/>
        </p:nvSpPr>
        <p:spPr>
          <a:xfrm xmlns:a="http://schemas.openxmlformats.org/drawingml/2006/main">
            <a:off x="6257925" y="1762125"/>
            <a:ext cx="66675" cy="628650"/>
          </a:xfrm>
          <a:prstGeom xmlns:a="http://schemas.openxmlformats.org/drawingml/2006/main" prst="rect">
            <a:avLst/>
          </a:prstGeom>
          <a:solidFill xmlns:a="http://schemas.openxmlformats.org/drawingml/2006/main">
            <a:srgbClr val="2D67B2"/>
          </a:solidFill>
          <a:ln xmlns:a="http://schemas.openxmlformats.org/drawingml/2006/main" w="0">
            <a:solidFill>
              <a:srgbClr val="2D67B2"/>
            </a:solidFill>
            <a:prstDash val="solid"/>
          </a:ln>
        </p:spPr>
      </p:sp>
      <p:sp>
        <p:nvSpPr>
          <p:cNvPr id="20" name="">
            <a:extLst xmlns:a="http://schemas.openxmlformats.org/drawingml/2006/main">
              <a:ext uri="{FF2B5EF4-FFF2-40B4-BE49-F238E27FC236}">
                <a16:creationId xmlns:a16="http://schemas.microsoft.com/office/drawing/2014/main" id="{5CC46A06-0865-404A-9B75-4D36FE744244}"/>
              </a:ext>
            </a:extLst>
          </p:cNvPr>
          <p:cNvSpPr>
            <a:spLocks xmlns:a="http://schemas.openxmlformats.org/drawingml/2006/main" noGrp="1"/>
          </p:cNvSpPr>
          <p:nvPr/>
        </p:nvSpPr>
        <p:spPr>
          <a:xfrm xmlns:a="http://schemas.openxmlformats.org/drawingml/2006/main">
            <a:off x="6429375" y="1847850"/>
            <a:ext cx="1990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02235"/>
                </a:solidFill>
                <a:latin typeface="Arial"/>
                <a:ea typeface="Arial"/>
                <a:cs typeface="Arial"/>
              </a:defRPr>
            </a:defPPr>
            <a:lvl1pPr algn="l">
              <a:defRPr sz="1500" b="1">
                <a:solidFill>
                  <a:srgbClr val="102235"/>
                </a:solidFill>
                <a:latin typeface="Arial"/>
                <a:ea typeface="Arial"/>
                <a:cs typeface="Arial"/>
              </a:defRPr>
            </a:lvl1pPr>
            <a:lvl2pPr algn="l">
              <a:defRPr sz="1500" b="1">
                <a:solidFill>
                  <a:srgbClr val="102235"/>
                </a:solidFill>
                <a:latin typeface="Arial"/>
                <a:ea typeface="Arial"/>
                <a:cs typeface="Arial"/>
              </a:defRPr>
            </a:lvl2pPr>
            <a:lvl3pPr algn="l">
              <a:defRPr sz="1500" b="1">
                <a:solidFill>
                  <a:srgbClr val="102235"/>
                </a:solidFill>
                <a:latin typeface="Arial"/>
                <a:ea typeface="Arial"/>
                <a:cs typeface="Arial"/>
              </a:defRPr>
            </a:lvl3pPr>
            <a:lvl4pPr algn="l">
              <a:defRPr sz="1500" b="1">
                <a:solidFill>
                  <a:srgbClr val="102235"/>
                </a:solidFill>
                <a:latin typeface="Arial"/>
                <a:ea typeface="Arial"/>
                <a:cs typeface="Arial"/>
              </a:defRPr>
            </a:lvl4pPr>
            <a:lvl5pPr algn="l">
              <a:defRPr sz="1500" b="1">
                <a:solidFill>
                  <a:srgbClr val="102235"/>
                </a:solidFill>
                <a:latin typeface="Arial"/>
                <a:ea typeface="Arial"/>
                <a:cs typeface="Arial"/>
              </a:defRPr>
            </a:lvl5pPr>
            <a:lvl6pPr algn="l">
              <a:defRPr sz="1500" b="1">
                <a:solidFill>
                  <a:srgbClr val="102235"/>
                </a:solidFill>
                <a:latin typeface="Arial"/>
                <a:ea typeface="Arial"/>
                <a:cs typeface="Arial"/>
              </a:defRPr>
            </a:lvl6pPr>
            <a:lvl7pPr algn="l">
              <a:defRPr sz="1500" b="1">
                <a:solidFill>
                  <a:srgbClr val="102235"/>
                </a:solidFill>
                <a:latin typeface="Arial"/>
                <a:ea typeface="Arial"/>
                <a:cs typeface="Arial"/>
              </a:defRPr>
            </a:lvl7pPr>
            <a:lvl8pPr algn="l">
              <a:defRPr sz="1500" b="1">
                <a:solidFill>
                  <a:srgbClr val="102235"/>
                </a:solidFill>
                <a:latin typeface="Arial"/>
                <a:ea typeface="Arial"/>
                <a:cs typeface="Arial"/>
              </a:defRPr>
            </a:lvl8pPr>
            <a:lvl9pPr algn="l">
              <a:defRPr sz="1500" b="1">
                <a:solidFill>
                  <a:srgbClr val="102235"/>
                </a:solidFill>
                <a:latin typeface="Arial"/>
                <a:ea typeface="Arial"/>
                <a:cs typeface="Arial"/>
              </a:defRPr>
            </a:lvl9pPr>
          </a:lstStyle>
          <a:p xmlns:a="http://schemas.openxmlformats.org/drawingml/2006/main">
            <a:pPr algn="l">
              <a:defRPr sz="1500" b="1">
                <a:solidFill>
                  <a:srgbClr val="102235"/>
                </a:solidFill>
                <a:latin typeface="Arial"/>
                <a:ea typeface="Arial"/>
                <a:cs typeface="Arial"/>
              </a:defRPr>
            </a:pPr>
            <a:r>
              <a:rPr sz="1500" b="1">
                <a:solidFill>
                  <a:srgbClr val="102235"/>
                </a:solidFill>
                <a:latin typeface="Arial"/>
                <a:ea typeface="Arial"/>
                <a:cs typeface="Arial"/>
              </a:rPr>
              <a:t>user-service</a:t>
            </a:r>
          </a:p>
        </p:txBody>
      </p:sp>
      <p:sp>
        <p:nvSpPr>
          <p:cNvPr id="21" name="">
            <a:extLst xmlns:a="http://schemas.openxmlformats.org/drawingml/2006/main">
              <a:ext uri="{FF2B5EF4-FFF2-40B4-BE49-F238E27FC236}">
                <a16:creationId xmlns:a16="http://schemas.microsoft.com/office/drawing/2014/main" id="{13DA15C9-0929-438D-942C-A2F83F4C5965}"/>
              </a:ext>
            </a:extLst>
          </p:cNvPr>
          <p:cNvSpPr>
            <a:spLocks xmlns:a="http://schemas.openxmlformats.org/drawingml/2006/main" noGrp="1"/>
          </p:cNvSpPr>
          <p:nvPr/>
        </p:nvSpPr>
        <p:spPr>
          <a:xfrm xmlns:a="http://schemas.openxmlformats.org/drawingml/2006/main">
            <a:off x="6429375" y="2162175"/>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879"/>
                </a:solidFill>
                <a:latin typeface="Arial"/>
                <a:ea typeface="Arial"/>
                <a:cs typeface="Arial"/>
              </a:defRPr>
            </a:defPPr>
            <a:lvl1pPr algn="l">
              <a:defRPr sz="1125" b="0">
                <a:solidFill>
                  <a:srgbClr val="526879"/>
                </a:solidFill>
                <a:latin typeface="Arial"/>
                <a:ea typeface="Arial"/>
                <a:cs typeface="Arial"/>
              </a:defRPr>
            </a:lvl1pPr>
            <a:lvl2pPr algn="l">
              <a:defRPr sz="1125" b="0">
                <a:solidFill>
                  <a:srgbClr val="526879"/>
                </a:solidFill>
                <a:latin typeface="Arial"/>
                <a:ea typeface="Arial"/>
                <a:cs typeface="Arial"/>
              </a:defRPr>
            </a:lvl2pPr>
            <a:lvl3pPr algn="l">
              <a:defRPr sz="1125" b="0">
                <a:solidFill>
                  <a:srgbClr val="526879"/>
                </a:solidFill>
                <a:latin typeface="Arial"/>
                <a:ea typeface="Arial"/>
                <a:cs typeface="Arial"/>
              </a:defRPr>
            </a:lvl3pPr>
            <a:lvl4pPr algn="l">
              <a:defRPr sz="1125" b="0">
                <a:solidFill>
                  <a:srgbClr val="526879"/>
                </a:solidFill>
                <a:latin typeface="Arial"/>
                <a:ea typeface="Arial"/>
                <a:cs typeface="Arial"/>
              </a:defRPr>
            </a:lvl4pPr>
            <a:lvl5pPr algn="l">
              <a:defRPr sz="1125" b="0">
                <a:solidFill>
                  <a:srgbClr val="526879"/>
                </a:solidFill>
                <a:latin typeface="Arial"/>
                <a:ea typeface="Arial"/>
                <a:cs typeface="Arial"/>
              </a:defRPr>
            </a:lvl5pPr>
            <a:lvl6pPr algn="l">
              <a:defRPr sz="1125" b="0">
                <a:solidFill>
                  <a:srgbClr val="526879"/>
                </a:solidFill>
                <a:latin typeface="Arial"/>
                <a:ea typeface="Arial"/>
                <a:cs typeface="Arial"/>
              </a:defRPr>
            </a:lvl6pPr>
            <a:lvl7pPr algn="l">
              <a:defRPr sz="1125" b="0">
                <a:solidFill>
                  <a:srgbClr val="526879"/>
                </a:solidFill>
                <a:latin typeface="Arial"/>
                <a:ea typeface="Arial"/>
                <a:cs typeface="Arial"/>
              </a:defRPr>
            </a:lvl7pPr>
            <a:lvl8pPr algn="l">
              <a:defRPr sz="1125" b="0">
                <a:solidFill>
                  <a:srgbClr val="526879"/>
                </a:solidFill>
                <a:latin typeface="Arial"/>
                <a:ea typeface="Arial"/>
                <a:cs typeface="Arial"/>
              </a:defRPr>
            </a:lvl8pPr>
            <a:lvl9pPr algn="l">
              <a:defRPr sz="1125" b="0">
                <a:solidFill>
                  <a:srgbClr val="526879"/>
                </a:solidFill>
                <a:latin typeface="Arial"/>
                <a:ea typeface="Arial"/>
                <a:cs typeface="Arial"/>
              </a:defRPr>
            </a:lvl9pPr>
          </a:lstStyle>
          <a:p xmlns:a="http://schemas.openxmlformats.org/drawingml/2006/main">
            <a:pPr algn="l">
              <a:defRPr sz="1125" b="0">
                <a:solidFill>
                  <a:srgbClr val="526879"/>
                </a:solidFill>
                <a:latin typeface="Arial"/>
                <a:ea typeface="Arial"/>
                <a:cs typeface="Arial"/>
              </a:defRPr>
            </a:pPr>
            <a:r>
              <a:rPr sz="1125" b="0">
                <a:solidFill>
                  <a:srgbClr val="526879"/>
                </a:solidFill>
                <a:latin typeface="Arial"/>
                <a:ea typeface="Arial"/>
                <a:cs typeface="Arial"/>
              </a:rPr>
              <a:t>Usuarios</a:t>
            </a:r>
          </a:p>
        </p:txBody>
      </p:sp>
      <p:sp>
        <p:nvSpPr>
          <p:cNvPr id="22" name="">
            <a:extLst xmlns:a="http://schemas.openxmlformats.org/drawingml/2006/main">
              <a:ext uri="{FF2B5EF4-FFF2-40B4-BE49-F238E27FC236}">
                <a16:creationId xmlns:a16="http://schemas.microsoft.com/office/drawing/2014/main" id="{A08E81E5-2E29-452D-8410-B201D89E11D0}"/>
              </a:ext>
            </a:extLst>
          </p:cNvPr>
          <p:cNvSpPr>
            <a:spLocks xmlns:a="http://schemas.openxmlformats.org/drawingml/2006/main" noGrp="1"/>
          </p:cNvSpPr>
          <p:nvPr/>
        </p:nvSpPr>
        <p:spPr>
          <a:xfrm xmlns:a="http://schemas.openxmlformats.org/drawingml/2006/main">
            <a:off x="6257925" y="2581275"/>
            <a:ext cx="2276475"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23" name="">
            <a:extLst xmlns:a="http://schemas.openxmlformats.org/drawingml/2006/main">
              <a:ext uri="{FF2B5EF4-FFF2-40B4-BE49-F238E27FC236}">
                <a16:creationId xmlns:a16="http://schemas.microsoft.com/office/drawing/2014/main" id="{D721D85C-2D79-41AA-A447-D7F8C3BE2959}"/>
              </a:ext>
            </a:extLst>
          </p:cNvPr>
          <p:cNvSpPr>
            <a:spLocks xmlns:a="http://schemas.openxmlformats.org/drawingml/2006/main" noGrp="1"/>
          </p:cNvSpPr>
          <p:nvPr/>
        </p:nvSpPr>
        <p:spPr>
          <a:xfrm xmlns:a="http://schemas.openxmlformats.org/drawingml/2006/main">
            <a:off x="6257925" y="2581275"/>
            <a:ext cx="66675" cy="628650"/>
          </a:xfrm>
          <a:prstGeom xmlns:a="http://schemas.openxmlformats.org/drawingml/2006/main" prst="rect">
            <a:avLst/>
          </a:prstGeom>
          <a:solidFill xmlns:a="http://schemas.openxmlformats.org/drawingml/2006/main">
            <a:srgbClr val="078C8C"/>
          </a:solidFill>
          <a:ln xmlns:a="http://schemas.openxmlformats.org/drawingml/2006/main" w="0">
            <a:solidFill>
              <a:srgbClr val="078C8C"/>
            </a:solidFill>
            <a:prstDash val="solid"/>
          </a:ln>
        </p:spPr>
      </p:sp>
      <p:sp>
        <p:nvSpPr>
          <p:cNvPr id="24" name="">
            <a:extLst xmlns:a="http://schemas.openxmlformats.org/drawingml/2006/main">
              <a:ext uri="{FF2B5EF4-FFF2-40B4-BE49-F238E27FC236}">
                <a16:creationId xmlns:a16="http://schemas.microsoft.com/office/drawing/2014/main" id="{A872A783-45C5-44CD-B448-34550B66B55C}"/>
              </a:ext>
            </a:extLst>
          </p:cNvPr>
          <p:cNvSpPr>
            <a:spLocks xmlns:a="http://schemas.openxmlformats.org/drawingml/2006/main" noGrp="1"/>
          </p:cNvSpPr>
          <p:nvPr/>
        </p:nvSpPr>
        <p:spPr>
          <a:xfrm xmlns:a="http://schemas.openxmlformats.org/drawingml/2006/main">
            <a:off x="6429375" y="2667000"/>
            <a:ext cx="1990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02235"/>
                </a:solidFill>
                <a:latin typeface="Arial"/>
                <a:ea typeface="Arial"/>
                <a:cs typeface="Arial"/>
              </a:defRPr>
            </a:defPPr>
            <a:lvl1pPr algn="l">
              <a:defRPr sz="1500" b="1">
                <a:solidFill>
                  <a:srgbClr val="102235"/>
                </a:solidFill>
                <a:latin typeface="Arial"/>
                <a:ea typeface="Arial"/>
                <a:cs typeface="Arial"/>
              </a:defRPr>
            </a:lvl1pPr>
            <a:lvl2pPr algn="l">
              <a:defRPr sz="1500" b="1">
                <a:solidFill>
                  <a:srgbClr val="102235"/>
                </a:solidFill>
                <a:latin typeface="Arial"/>
                <a:ea typeface="Arial"/>
                <a:cs typeface="Arial"/>
              </a:defRPr>
            </a:lvl2pPr>
            <a:lvl3pPr algn="l">
              <a:defRPr sz="1500" b="1">
                <a:solidFill>
                  <a:srgbClr val="102235"/>
                </a:solidFill>
                <a:latin typeface="Arial"/>
                <a:ea typeface="Arial"/>
                <a:cs typeface="Arial"/>
              </a:defRPr>
            </a:lvl3pPr>
            <a:lvl4pPr algn="l">
              <a:defRPr sz="1500" b="1">
                <a:solidFill>
                  <a:srgbClr val="102235"/>
                </a:solidFill>
                <a:latin typeface="Arial"/>
                <a:ea typeface="Arial"/>
                <a:cs typeface="Arial"/>
              </a:defRPr>
            </a:lvl4pPr>
            <a:lvl5pPr algn="l">
              <a:defRPr sz="1500" b="1">
                <a:solidFill>
                  <a:srgbClr val="102235"/>
                </a:solidFill>
                <a:latin typeface="Arial"/>
                <a:ea typeface="Arial"/>
                <a:cs typeface="Arial"/>
              </a:defRPr>
            </a:lvl5pPr>
            <a:lvl6pPr algn="l">
              <a:defRPr sz="1500" b="1">
                <a:solidFill>
                  <a:srgbClr val="102235"/>
                </a:solidFill>
                <a:latin typeface="Arial"/>
                <a:ea typeface="Arial"/>
                <a:cs typeface="Arial"/>
              </a:defRPr>
            </a:lvl6pPr>
            <a:lvl7pPr algn="l">
              <a:defRPr sz="1500" b="1">
                <a:solidFill>
                  <a:srgbClr val="102235"/>
                </a:solidFill>
                <a:latin typeface="Arial"/>
                <a:ea typeface="Arial"/>
                <a:cs typeface="Arial"/>
              </a:defRPr>
            </a:lvl7pPr>
            <a:lvl8pPr algn="l">
              <a:defRPr sz="1500" b="1">
                <a:solidFill>
                  <a:srgbClr val="102235"/>
                </a:solidFill>
                <a:latin typeface="Arial"/>
                <a:ea typeface="Arial"/>
                <a:cs typeface="Arial"/>
              </a:defRPr>
            </a:lvl8pPr>
            <a:lvl9pPr algn="l">
              <a:defRPr sz="1500" b="1">
                <a:solidFill>
                  <a:srgbClr val="102235"/>
                </a:solidFill>
                <a:latin typeface="Arial"/>
                <a:ea typeface="Arial"/>
                <a:cs typeface="Arial"/>
              </a:defRPr>
            </a:lvl9pPr>
          </a:lstStyle>
          <a:p xmlns:a="http://schemas.openxmlformats.org/drawingml/2006/main">
            <a:pPr algn="l">
              <a:defRPr sz="1500" b="1">
                <a:solidFill>
                  <a:srgbClr val="102235"/>
                </a:solidFill>
                <a:latin typeface="Arial"/>
                <a:ea typeface="Arial"/>
                <a:cs typeface="Arial"/>
              </a:defRPr>
            </a:pPr>
            <a:r>
              <a:rPr sz="1500" b="1">
                <a:solidFill>
                  <a:srgbClr val="102235"/>
                </a:solidFill>
                <a:latin typeface="Arial"/>
                <a:ea typeface="Arial"/>
                <a:cs typeface="Arial"/>
              </a:rPr>
              <a:t>item-service</a:t>
            </a:r>
          </a:p>
        </p:txBody>
      </p:sp>
      <p:sp>
        <p:nvSpPr>
          <p:cNvPr id="25" name="">
            <a:extLst xmlns:a="http://schemas.openxmlformats.org/drawingml/2006/main">
              <a:ext uri="{FF2B5EF4-FFF2-40B4-BE49-F238E27FC236}">
                <a16:creationId xmlns:a16="http://schemas.microsoft.com/office/drawing/2014/main" id="{F238D088-AC02-409D-951C-70E56ED74B7A}"/>
              </a:ext>
            </a:extLst>
          </p:cNvPr>
          <p:cNvSpPr>
            <a:spLocks xmlns:a="http://schemas.openxmlformats.org/drawingml/2006/main" noGrp="1"/>
          </p:cNvSpPr>
          <p:nvPr/>
        </p:nvSpPr>
        <p:spPr>
          <a:xfrm xmlns:a="http://schemas.openxmlformats.org/drawingml/2006/main">
            <a:off x="6429375" y="2981325"/>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879"/>
                </a:solidFill>
                <a:latin typeface="Arial"/>
                <a:ea typeface="Arial"/>
                <a:cs typeface="Arial"/>
              </a:defRPr>
            </a:defPPr>
            <a:lvl1pPr algn="l">
              <a:defRPr sz="1125" b="0">
                <a:solidFill>
                  <a:srgbClr val="526879"/>
                </a:solidFill>
                <a:latin typeface="Arial"/>
                <a:ea typeface="Arial"/>
                <a:cs typeface="Arial"/>
              </a:defRPr>
            </a:lvl1pPr>
            <a:lvl2pPr algn="l">
              <a:defRPr sz="1125" b="0">
                <a:solidFill>
                  <a:srgbClr val="526879"/>
                </a:solidFill>
                <a:latin typeface="Arial"/>
                <a:ea typeface="Arial"/>
                <a:cs typeface="Arial"/>
              </a:defRPr>
            </a:lvl2pPr>
            <a:lvl3pPr algn="l">
              <a:defRPr sz="1125" b="0">
                <a:solidFill>
                  <a:srgbClr val="526879"/>
                </a:solidFill>
                <a:latin typeface="Arial"/>
                <a:ea typeface="Arial"/>
                <a:cs typeface="Arial"/>
              </a:defRPr>
            </a:lvl3pPr>
            <a:lvl4pPr algn="l">
              <a:defRPr sz="1125" b="0">
                <a:solidFill>
                  <a:srgbClr val="526879"/>
                </a:solidFill>
                <a:latin typeface="Arial"/>
                <a:ea typeface="Arial"/>
                <a:cs typeface="Arial"/>
              </a:defRPr>
            </a:lvl4pPr>
            <a:lvl5pPr algn="l">
              <a:defRPr sz="1125" b="0">
                <a:solidFill>
                  <a:srgbClr val="526879"/>
                </a:solidFill>
                <a:latin typeface="Arial"/>
                <a:ea typeface="Arial"/>
                <a:cs typeface="Arial"/>
              </a:defRPr>
            </a:lvl5pPr>
            <a:lvl6pPr algn="l">
              <a:defRPr sz="1125" b="0">
                <a:solidFill>
                  <a:srgbClr val="526879"/>
                </a:solidFill>
                <a:latin typeface="Arial"/>
                <a:ea typeface="Arial"/>
                <a:cs typeface="Arial"/>
              </a:defRPr>
            </a:lvl6pPr>
            <a:lvl7pPr algn="l">
              <a:defRPr sz="1125" b="0">
                <a:solidFill>
                  <a:srgbClr val="526879"/>
                </a:solidFill>
                <a:latin typeface="Arial"/>
                <a:ea typeface="Arial"/>
                <a:cs typeface="Arial"/>
              </a:defRPr>
            </a:lvl7pPr>
            <a:lvl8pPr algn="l">
              <a:defRPr sz="1125" b="0">
                <a:solidFill>
                  <a:srgbClr val="526879"/>
                </a:solidFill>
                <a:latin typeface="Arial"/>
                <a:ea typeface="Arial"/>
                <a:cs typeface="Arial"/>
              </a:defRPr>
            </a:lvl8pPr>
            <a:lvl9pPr algn="l">
              <a:defRPr sz="1125" b="0">
                <a:solidFill>
                  <a:srgbClr val="526879"/>
                </a:solidFill>
                <a:latin typeface="Arial"/>
                <a:ea typeface="Arial"/>
                <a:cs typeface="Arial"/>
              </a:defRPr>
            </a:lvl9pPr>
          </a:lstStyle>
          <a:p xmlns:a="http://schemas.openxmlformats.org/drawingml/2006/main">
            <a:pPr algn="l">
              <a:defRPr sz="1125" b="0">
                <a:solidFill>
                  <a:srgbClr val="526879"/>
                </a:solidFill>
                <a:latin typeface="Arial"/>
                <a:ea typeface="Arial"/>
                <a:cs typeface="Arial"/>
              </a:defRPr>
            </a:pPr>
            <a:r>
              <a:rPr sz="1125" b="0">
                <a:solidFill>
                  <a:srgbClr val="526879"/>
                </a:solidFill>
                <a:latin typeface="Arial"/>
                <a:ea typeface="Arial"/>
                <a:cs typeface="Arial"/>
              </a:rPr>
              <a:t>Ítems</a:t>
            </a:r>
          </a:p>
        </p:txBody>
      </p:sp>
      <p:sp>
        <p:nvSpPr>
          <p:cNvPr id="26" name="">
            <a:extLst xmlns:a="http://schemas.openxmlformats.org/drawingml/2006/main">
              <a:ext uri="{FF2B5EF4-FFF2-40B4-BE49-F238E27FC236}">
                <a16:creationId xmlns:a16="http://schemas.microsoft.com/office/drawing/2014/main" id="{91694574-7E21-4C20-824E-31A87241D010}"/>
              </a:ext>
            </a:extLst>
          </p:cNvPr>
          <p:cNvSpPr>
            <a:spLocks xmlns:a="http://schemas.openxmlformats.org/drawingml/2006/main" noGrp="1"/>
          </p:cNvSpPr>
          <p:nvPr/>
        </p:nvSpPr>
        <p:spPr>
          <a:xfrm xmlns:a="http://schemas.openxmlformats.org/drawingml/2006/main">
            <a:off x="6257925" y="3400425"/>
            <a:ext cx="2276475"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27" name="">
            <a:extLst xmlns:a="http://schemas.openxmlformats.org/drawingml/2006/main">
              <a:ext uri="{FF2B5EF4-FFF2-40B4-BE49-F238E27FC236}">
                <a16:creationId xmlns:a16="http://schemas.microsoft.com/office/drawing/2014/main" id="{F6C63C87-58AF-44BD-BB32-4D040A138046}"/>
              </a:ext>
            </a:extLst>
          </p:cNvPr>
          <p:cNvSpPr>
            <a:spLocks xmlns:a="http://schemas.openxmlformats.org/drawingml/2006/main" noGrp="1"/>
          </p:cNvSpPr>
          <p:nvPr/>
        </p:nvSpPr>
        <p:spPr>
          <a:xfrm xmlns:a="http://schemas.openxmlformats.org/drawingml/2006/main">
            <a:off x="6257925" y="3400425"/>
            <a:ext cx="66675" cy="628650"/>
          </a:xfrm>
          <a:prstGeom xmlns:a="http://schemas.openxmlformats.org/drawingml/2006/main" prst="rect">
            <a:avLst/>
          </a:prstGeom>
          <a:solidFill xmlns:a="http://schemas.openxmlformats.org/drawingml/2006/main">
            <a:srgbClr val="E79845"/>
          </a:solidFill>
          <a:ln xmlns:a="http://schemas.openxmlformats.org/drawingml/2006/main" w="0">
            <a:solidFill>
              <a:srgbClr val="E79845"/>
            </a:solidFill>
            <a:prstDash val="solid"/>
          </a:ln>
        </p:spPr>
      </p:sp>
      <p:sp>
        <p:nvSpPr>
          <p:cNvPr id="28" name="">
            <a:extLst xmlns:a="http://schemas.openxmlformats.org/drawingml/2006/main">
              <a:ext uri="{FF2B5EF4-FFF2-40B4-BE49-F238E27FC236}">
                <a16:creationId xmlns:a16="http://schemas.microsoft.com/office/drawing/2014/main" id="{0D2DE64F-2ED0-4AC3-A9A0-2E6A352227E5}"/>
              </a:ext>
            </a:extLst>
          </p:cNvPr>
          <p:cNvSpPr>
            <a:spLocks xmlns:a="http://schemas.openxmlformats.org/drawingml/2006/main" noGrp="1"/>
          </p:cNvSpPr>
          <p:nvPr/>
        </p:nvSpPr>
        <p:spPr>
          <a:xfrm xmlns:a="http://schemas.openxmlformats.org/drawingml/2006/main">
            <a:off x="6429375" y="3486150"/>
            <a:ext cx="1990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02235"/>
                </a:solidFill>
                <a:latin typeface="Arial"/>
                <a:ea typeface="Arial"/>
                <a:cs typeface="Arial"/>
              </a:defRPr>
            </a:defPPr>
            <a:lvl1pPr algn="l">
              <a:defRPr sz="1500" b="1">
                <a:solidFill>
                  <a:srgbClr val="102235"/>
                </a:solidFill>
                <a:latin typeface="Arial"/>
                <a:ea typeface="Arial"/>
                <a:cs typeface="Arial"/>
              </a:defRPr>
            </a:lvl1pPr>
            <a:lvl2pPr algn="l">
              <a:defRPr sz="1500" b="1">
                <a:solidFill>
                  <a:srgbClr val="102235"/>
                </a:solidFill>
                <a:latin typeface="Arial"/>
                <a:ea typeface="Arial"/>
                <a:cs typeface="Arial"/>
              </a:defRPr>
            </a:lvl2pPr>
            <a:lvl3pPr algn="l">
              <a:defRPr sz="1500" b="1">
                <a:solidFill>
                  <a:srgbClr val="102235"/>
                </a:solidFill>
                <a:latin typeface="Arial"/>
                <a:ea typeface="Arial"/>
                <a:cs typeface="Arial"/>
              </a:defRPr>
            </a:lvl3pPr>
            <a:lvl4pPr algn="l">
              <a:defRPr sz="1500" b="1">
                <a:solidFill>
                  <a:srgbClr val="102235"/>
                </a:solidFill>
                <a:latin typeface="Arial"/>
                <a:ea typeface="Arial"/>
                <a:cs typeface="Arial"/>
              </a:defRPr>
            </a:lvl4pPr>
            <a:lvl5pPr algn="l">
              <a:defRPr sz="1500" b="1">
                <a:solidFill>
                  <a:srgbClr val="102235"/>
                </a:solidFill>
                <a:latin typeface="Arial"/>
                <a:ea typeface="Arial"/>
                <a:cs typeface="Arial"/>
              </a:defRPr>
            </a:lvl5pPr>
            <a:lvl6pPr algn="l">
              <a:defRPr sz="1500" b="1">
                <a:solidFill>
                  <a:srgbClr val="102235"/>
                </a:solidFill>
                <a:latin typeface="Arial"/>
                <a:ea typeface="Arial"/>
                <a:cs typeface="Arial"/>
              </a:defRPr>
            </a:lvl6pPr>
            <a:lvl7pPr algn="l">
              <a:defRPr sz="1500" b="1">
                <a:solidFill>
                  <a:srgbClr val="102235"/>
                </a:solidFill>
                <a:latin typeface="Arial"/>
                <a:ea typeface="Arial"/>
                <a:cs typeface="Arial"/>
              </a:defRPr>
            </a:lvl7pPr>
            <a:lvl8pPr algn="l">
              <a:defRPr sz="1500" b="1">
                <a:solidFill>
                  <a:srgbClr val="102235"/>
                </a:solidFill>
                <a:latin typeface="Arial"/>
                <a:ea typeface="Arial"/>
                <a:cs typeface="Arial"/>
              </a:defRPr>
            </a:lvl8pPr>
            <a:lvl9pPr algn="l">
              <a:defRPr sz="1500" b="1">
                <a:solidFill>
                  <a:srgbClr val="102235"/>
                </a:solidFill>
                <a:latin typeface="Arial"/>
                <a:ea typeface="Arial"/>
                <a:cs typeface="Arial"/>
              </a:defRPr>
            </a:lvl9pPr>
          </a:lstStyle>
          <a:p xmlns:a="http://schemas.openxmlformats.org/drawingml/2006/main">
            <a:pPr algn="l">
              <a:defRPr sz="1500" b="1">
                <a:solidFill>
                  <a:srgbClr val="102235"/>
                </a:solidFill>
                <a:latin typeface="Arial"/>
                <a:ea typeface="Arial"/>
                <a:cs typeface="Arial"/>
              </a:defRPr>
            </a:pPr>
            <a:r>
              <a:rPr sz="1500" b="1">
                <a:solidFill>
                  <a:srgbClr val="102235"/>
                </a:solidFill>
                <a:latin typeface="Arial"/>
                <a:ea typeface="Arial"/>
                <a:cs typeface="Arial"/>
              </a:rPr>
              <a:t>category-service</a:t>
            </a:r>
          </a:p>
        </p:txBody>
      </p:sp>
      <p:sp>
        <p:nvSpPr>
          <p:cNvPr id="29" name="">
            <a:extLst xmlns:a="http://schemas.openxmlformats.org/drawingml/2006/main">
              <a:ext uri="{FF2B5EF4-FFF2-40B4-BE49-F238E27FC236}">
                <a16:creationId xmlns:a16="http://schemas.microsoft.com/office/drawing/2014/main" id="{C68C5930-CBB8-4324-BBF4-48F9AB9F7F65}"/>
              </a:ext>
            </a:extLst>
          </p:cNvPr>
          <p:cNvSpPr>
            <a:spLocks xmlns:a="http://schemas.openxmlformats.org/drawingml/2006/main" noGrp="1"/>
          </p:cNvSpPr>
          <p:nvPr/>
        </p:nvSpPr>
        <p:spPr>
          <a:xfrm xmlns:a="http://schemas.openxmlformats.org/drawingml/2006/main">
            <a:off x="6429375" y="3800475"/>
            <a:ext cx="19907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879"/>
                </a:solidFill>
                <a:latin typeface="Arial"/>
                <a:ea typeface="Arial"/>
                <a:cs typeface="Arial"/>
              </a:defRPr>
            </a:defPPr>
            <a:lvl1pPr algn="l">
              <a:defRPr sz="1125" b="0">
                <a:solidFill>
                  <a:srgbClr val="526879"/>
                </a:solidFill>
                <a:latin typeface="Arial"/>
                <a:ea typeface="Arial"/>
                <a:cs typeface="Arial"/>
              </a:defRPr>
            </a:lvl1pPr>
            <a:lvl2pPr algn="l">
              <a:defRPr sz="1125" b="0">
                <a:solidFill>
                  <a:srgbClr val="526879"/>
                </a:solidFill>
                <a:latin typeface="Arial"/>
                <a:ea typeface="Arial"/>
                <a:cs typeface="Arial"/>
              </a:defRPr>
            </a:lvl2pPr>
            <a:lvl3pPr algn="l">
              <a:defRPr sz="1125" b="0">
                <a:solidFill>
                  <a:srgbClr val="526879"/>
                </a:solidFill>
                <a:latin typeface="Arial"/>
                <a:ea typeface="Arial"/>
                <a:cs typeface="Arial"/>
              </a:defRPr>
            </a:lvl3pPr>
            <a:lvl4pPr algn="l">
              <a:defRPr sz="1125" b="0">
                <a:solidFill>
                  <a:srgbClr val="526879"/>
                </a:solidFill>
                <a:latin typeface="Arial"/>
                <a:ea typeface="Arial"/>
                <a:cs typeface="Arial"/>
              </a:defRPr>
            </a:lvl4pPr>
            <a:lvl5pPr algn="l">
              <a:defRPr sz="1125" b="0">
                <a:solidFill>
                  <a:srgbClr val="526879"/>
                </a:solidFill>
                <a:latin typeface="Arial"/>
                <a:ea typeface="Arial"/>
                <a:cs typeface="Arial"/>
              </a:defRPr>
            </a:lvl5pPr>
            <a:lvl6pPr algn="l">
              <a:defRPr sz="1125" b="0">
                <a:solidFill>
                  <a:srgbClr val="526879"/>
                </a:solidFill>
                <a:latin typeface="Arial"/>
                <a:ea typeface="Arial"/>
                <a:cs typeface="Arial"/>
              </a:defRPr>
            </a:lvl6pPr>
            <a:lvl7pPr algn="l">
              <a:defRPr sz="1125" b="0">
                <a:solidFill>
                  <a:srgbClr val="526879"/>
                </a:solidFill>
                <a:latin typeface="Arial"/>
                <a:ea typeface="Arial"/>
                <a:cs typeface="Arial"/>
              </a:defRPr>
            </a:lvl7pPr>
            <a:lvl8pPr algn="l">
              <a:defRPr sz="1125" b="0">
                <a:solidFill>
                  <a:srgbClr val="526879"/>
                </a:solidFill>
                <a:latin typeface="Arial"/>
                <a:ea typeface="Arial"/>
                <a:cs typeface="Arial"/>
              </a:defRPr>
            </a:lvl8pPr>
            <a:lvl9pPr algn="l">
              <a:defRPr sz="1125" b="0">
                <a:solidFill>
                  <a:srgbClr val="526879"/>
                </a:solidFill>
                <a:latin typeface="Arial"/>
                <a:ea typeface="Arial"/>
                <a:cs typeface="Arial"/>
              </a:defRPr>
            </a:lvl9pPr>
          </a:lstStyle>
          <a:p xmlns:a="http://schemas.openxmlformats.org/drawingml/2006/main">
            <a:pPr algn="l">
              <a:defRPr sz="1125" b="0">
                <a:solidFill>
                  <a:srgbClr val="526879"/>
                </a:solidFill>
                <a:latin typeface="Arial"/>
                <a:ea typeface="Arial"/>
                <a:cs typeface="Arial"/>
              </a:defRPr>
            </a:pPr>
            <a:r>
              <a:rPr sz="1125" b="0">
                <a:solidFill>
                  <a:srgbClr val="526879"/>
                </a:solidFill>
                <a:latin typeface="Arial"/>
                <a:ea typeface="Arial"/>
                <a:cs typeface="Arial"/>
              </a:rPr>
              <a:t>Categorías</a:t>
            </a:r>
          </a:p>
        </p:txBody>
      </p:sp>
      <p:sp>
        <p:nvSpPr>
          <p:cNvPr id="30" name="">
            <a:extLst xmlns:a="http://schemas.openxmlformats.org/drawingml/2006/main">
              <a:ext uri="{FF2B5EF4-FFF2-40B4-BE49-F238E27FC236}">
                <a16:creationId xmlns:a16="http://schemas.microsoft.com/office/drawing/2014/main" id="{DB5FCF08-8295-4EC0-90A7-B97CF9C4BB4B}"/>
              </a:ext>
            </a:extLst>
          </p:cNvPr>
          <p:cNvSpPr>
            <a:spLocks xmlns:a="http://schemas.openxmlformats.org/drawingml/2006/main" noGrp="1"/>
          </p:cNvSpPr>
          <p:nvPr/>
        </p:nvSpPr>
        <p:spPr>
          <a:xfrm xmlns:a="http://schemas.openxmlformats.org/drawingml/2006/main">
            <a:off x="9525000" y="2238375"/>
            <a:ext cx="2047875" cy="981075"/>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31" name="">
            <a:extLst xmlns:a="http://schemas.openxmlformats.org/drawingml/2006/main">
              <a:ext uri="{FF2B5EF4-FFF2-40B4-BE49-F238E27FC236}">
                <a16:creationId xmlns:a16="http://schemas.microsoft.com/office/drawing/2014/main" id="{7BAB5DD2-E322-4273-A691-8924CB5AB6CB}"/>
              </a:ext>
            </a:extLst>
          </p:cNvPr>
          <p:cNvSpPr>
            <a:spLocks xmlns:a="http://schemas.openxmlformats.org/drawingml/2006/main" noGrp="1"/>
          </p:cNvSpPr>
          <p:nvPr/>
        </p:nvSpPr>
        <p:spPr>
          <a:xfrm xmlns:a="http://schemas.openxmlformats.org/drawingml/2006/main">
            <a:off x="9525000" y="2238375"/>
            <a:ext cx="66675" cy="981075"/>
          </a:xfrm>
          <a:prstGeom xmlns:a="http://schemas.openxmlformats.org/drawingml/2006/main" prst="rect">
            <a:avLst/>
          </a:prstGeom>
          <a:solidFill xmlns:a="http://schemas.openxmlformats.org/drawingml/2006/main">
            <a:srgbClr val="102235"/>
          </a:solidFill>
          <a:ln xmlns:a="http://schemas.openxmlformats.org/drawingml/2006/main" w="0">
            <a:solidFill>
              <a:srgbClr val="102235"/>
            </a:solidFill>
            <a:prstDash val="solid"/>
          </a:ln>
        </p:spPr>
      </p:sp>
      <p:sp>
        <p:nvSpPr>
          <p:cNvPr id="32" name="">
            <a:extLst xmlns:a="http://schemas.openxmlformats.org/drawingml/2006/main">
              <a:ext uri="{FF2B5EF4-FFF2-40B4-BE49-F238E27FC236}">
                <a16:creationId xmlns:a16="http://schemas.microsoft.com/office/drawing/2014/main" id="{DFE18415-1B4F-45D8-8178-5292297678AF}"/>
              </a:ext>
            </a:extLst>
          </p:cNvPr>
          <p:cNvSpPr>
            <a:spLocks xmlns:a="http://schemas.openxmlformats.org/drawingml/2006/main" noGrp="1"/>
          </p:cNvSpPr>
          <p:nvPr/>
        </p:nvSpPr>
        <p:spPr>
          <a:xfrm xmlns:a="http://schemas.openxmlformats.org/drawingml/2006/main">
            <a:off x="9696450" y="2324100"/>
            <a:ext cx="1762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02235"/>
                </a:solidFill>
                <a:latin typeface="Arial"/>
                <a:ea typeface="Arial"/>
                <a:cs typeface="Arial"/>
              </a:defRPr>
            </a:defPPr>
            <a:lvl1pPr algn="l">
              <a:defRPr sz="1800" b="1">
                <a:solidFill>
                  <a:srgbClr val="102235"/>
                </a:solidFill>
                <a:latin typeface="Arial"/>
                <a:ea typeface="Arial"/>
                <a:cs typeface="Arial"/>
              </a:defRPr>
            </a:lvl1pPr>
            <a:lvl2pPr algn="l">
              <a:defRPr sz="1800" b="1">
                <a:solidFill>
                  <a:srgbClr val="102235"/>
                </a:solidFill>
                <a:latin typeface="Arial"/>
                <a:ea typeface="Arial"/>
                <a:cs typeface="Arial"/>
              </a:defRPr>
            </a:lvl2pPr>
            <a:lvl3pPr algn="l">
              <a:defRPr sz="1800" b="1">
                <a:solidFill>
                  <a:srgbClr val="102235"/>
                </a:solidFill>
                <a:latin typeface="Arial"/>
                <a:ea typeface="Arial"/>
                <a:cs typeface="Arial"/>
              </a:defRPr>
            </a:lvl3pPr>
            <a:lvl4pPr algn="l">
              <a:defRPr sz="1800" b="1">
                <a:solidFill>
                  <a:srgbClr val="102235"/>
                </a:solidFill>
                <a:latin typeface="Arial"/>
                <a:ea typeface="Arial"/>
                <a:cs typeface="Arial"/>
              </a:defRPr>
            </a:lvl4pPr>
            <a:lvl5pPr algn="l">
              <a:defRPr sz="1800" b="1">
                <a:solidFill>
                  <a:srgbClr val="102235"/>
                </a:solidFill>
                <a:latin typeface="Arial"/>
                <a:ea typeface="Arial"/>
                <a:cs typeface="Arial"/>
              </a:defRPr>
            </a:lvl5pPr>
            <a:lvl6pPr algn="l">
              <a:defRPr sz="1800" b="1">
                <a:solidFill>
                  <a:srgbClr val="102235"/>
                </a:solidFill>
                <a:latin typeface="Arial"/>
                <a:ea typeface="Arial"/>
                <a:cs typeface="Arial"/>
              </a:defRPr>
            </a:lvl6pPr>
            <a:lvl7pPr algn="l">
              <a:defRPr sz="1800" b="1">
                <a:solidFill>
                  <a:srgbClr val="102235"/>
                </a:solidFill>
                <a:latin typeface="Arial"/>
                <a:ea typeface="Arial"/>
                <a:cs typeface="Arial"/>
              </a:defRPr>
            </a:lvl7pPr>
            <a:lvl8pPr algn="l">
              <a:defRPr sz="1800" b="1">
                <a:solidFill>
                  <a:srgbClr val="102235"/>
                </a:solidFill>
                <a:latin typeface="Arial"/>
                <a:ea typeface="Arial"/>
                <a:cs typeface="Arial"/>
              </a:defRPr>
            </a:lvl8pPr>
            <a:lvl9pPr algn="l">
              <a:defRPr sz="1800" b="1">
                <a:solidFill>
                  <a:srgbClr val="102235"/>
                </a:solidFill>
                <a:latin typeface="Arial"/>
                <a:ea typeface="Arial"/>
                <a:cs typeface="Arial"/>
              </a:defRPr>
            </a:lvl9pPr>
          </a:lstStyle>
          <a:p xmlns:a="http://schemas.openxmlformats.org/drawingml/2006/main">
            <a:pPr algn="l">
              <a:defRPr sz="1800" b="1">
                <a:solidFill>
                  <a:srgbClr val="102235"/>
                </a:solidFill>
                <a:latin typeface="Arial"/>
                <a:ea typeface="Arial"/>
                <a:cs typeface="Arial"/>
              </a:defRPr>
            </a:pPr>
            <a:r>
              <a:rPr sz="1800" b="1">
                <a:solidFill>
                  <a:srgbClr val="102235"/>
                </a:solidFill>
                <a:latin typeface="Arial"/>
                <a:ea typeface="Arial"/>
                <a:cs typeface="Arial"/>
              </a:rPr>
              <a:t>MariaDB</a:t>
            </a:r>
          </a:p>
        </p:txBody>
      </p:sp>
      <p:sp>
        <p:nvSpPr>
          <p:cNvPr id="33" name="">
            <a:extLst xmlns:a="http://schemas.openxmlformats.org/drawingml/2006/main">
              <a:ext uri="{FF2B5EF4-FFF2-40B4-BE49-F238E27FC236}">
                <a16:creationId xmlns:a16="http://schemas.microsoft.com/office/drawing/2014/main" id="{5CBA0D5A-A0B5-445D-8A11-9A8790C33231}"/>
              </a:ext>
            </a:extLst>
          </p:cNvPr>
          <p:cNvSpPr>
            <a:spLocks xmlns:a="http://schemas.openxmlformats.org/drawingml/2006/main" noGrp="1"/>
          </p:cNvSpPr>
          <p:nvPr/>
        </p:nvSpPr>
        <p:spPr>
          <a:xfrm xmlns:a="http://schemas.openxmlformats.org/drawingml/2006/main">
            <a:off x="9696450" y="2638425"/>
            <a:ext cx="1762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Base de datos</a:t>
            </a:r>
          </a:p>
        </p:txBody>
      </p:sp>
      <p:sp>
        <p:nvSpPr>
          <p:cNvPr id="34" name="">
            <a:extLst xmlns:a="http://schemas.openxmlformats.org/drawingml/2006/main">
              <a:ext uri="{FF2B5EF4-FFF2-40B4-BE49-F238E27FC236}">
                <a16:creationId xmlns:a16="http://schemas.microsoft.com/office/drawing/2014/main" id="{C9FB20F9-B16F-437D-9971-4149193513FF}"/>
              </a:ext>
            </a:extLst>
          </p:cNvPr>
          <p:cNvSpPr>
            <a:spLocks xmlns:a="http://schemas.openxmlformats.org/drawingml/2006/main" noGrp="1"/>
          </p:cNvSpPr>
          <p:nvPr/>
        </p:nvSpPr>
        <p:spPr>
          <a:xfrm xmlns:a="http://schemas.openxmlformats.org/drawingml/2006/main">
            <a:off x="4953000" y="4991100"/>
            <a:ext cx="323850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35" name="">
            <a:extLst xmlns:a="http://schemas.openxmlformats.org/drawingml/2006/main">
              <a:ext uri="{FF2B5EF4-FFF2-40B4-BE49-F238E27FC236}">
                <a16:creationId xmlns:a16="http://schemas.microsoft.com/office/drawing/2014/main" id="{54664EFB-928C-4368-B3EB-C942F2E8CD93}"/>
              </a:ext>
            </a:extLst>
          </p:cNvPr>
          <p:cNvSpPr>
            <a:spLocks xmlns:a="http://schemas.openxmlformats.org/drawingml/2006/main" noGrp="1"/>
          </p:cNvSpPr>
          <p:nvPr/>
        </p:nvSpPr>
        <p:spPr>
          <a:xfrm xmlns:a="http://schemas.openxmlformats.org/drawingml/2006/main">
            <a:off x="4953000" y="4991100"/>
            <a:ext cx="66675" cy="828675"/>
          </a:xfrm>
          <a:prstGeom xmlns:a="http://schemas.openxmlformats.org/drawingml/2006/main" prst="rect">
            <a:avLst/>
          </a:prstGeom>
          <a:solidFill xmlns:a="http://schemas.openxmlformats.org/drawingml/2006/main">
            <a:srgbClr val="E79845"/>
          </a:solidFill>
          <a:ln xmlns:a="http://schemas.openxmlformats.org/drawingml/2006/main" w="0">
            <a:solidFill>
              <a:srgbClr val="E79845"/>
            </a:solidFill>
            <a:prstDash val="solid"/>
          </a:ln>
        </p:spPr>
      </p:sp>
      <p:sp>
        <p:nvSpPr>
          <p:cNvPr id="36" name="">
            <a:extLst xmlns:a="http://schemas.openxmlformats.org/drawingml/2006/main">
              <a:ext uri="{FF2B5EF4-FFF2-40B4-BE49-F238E27FC236}">
                <a16:creationId xmlns:a16="http://schemas.microsoft.com/office/drawing/2014/main" id="{2BB5668E-D71F-4746-8B24-340C799C4D9D}"/>
              </a:ext>
            </a:extLst>
          </p:cNvPr>
          <p:cNvSpPr>
            <a:spLocks xmlns:a="http://schemas.openxmlformats.org/drawingml/2006/main" noGrp="1"/>
          </p:cNvSpPr>
          <p:nvPr/>
        </p:nvSpPr>
        <p:spPr>
          <a:xfrm xmlns:a="http://schemas.openxmlformats.org/drawingml/2006/main">
            <a:off x="5124450" y="5076825"/>
            <a:ext cx="2952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02235"/>
                </a:solidFill>
                <a:latin typeface="Arial"/>
                <a:ea typeface="Arial"/>
                <a:cs typeface="Arial"/>
              </a:defRPr>
            </a:defPPr>
            <a:lvl1pPr algn="l">
              <a:defRPr sz="1800" b="1">
                <a:solidFill>
                  <a:srgbClr val="102235"/>
                </a:solidFill>
                <a:latin typeface="Arial"/>
                <a:ea typeface="Arial"/>
                <a:cs typeface="Arial"/>
              </a:defRPr>
            </a:lvl1pPr>
            <a:lvl2pPr algn="l">
              <a:defRPr sz="1800" b="1">
                <a:solidFill>
                  <a:srgbClr val="102235"/>
                </a:solidFill>
                <a:latin typeface="Arial"/>
                <a:ea typeface="Arial"/>
                <a:cs typeface="Arial"/>
              </a:defRPr>
            </a:lvl2pPr>
            <a:lvl3pPr algn="l">
              <a:defRPr sz="1800" b="1">
                <a:solidFill>
                  <a:srgbClr val="102235"/>
                </a:solidFill>
                <a:latin typeface="Arial"/>
                <a:ea typeface="Arial"/>
                <a:cs typeface="Arial"/>
              </a:defRPr>
            </a:lvl3pPr>
            <a:lvl4pPr algn="l">
              <a:defRPr sz="1800" b="1">
                <a:solidFill>
                  <a:srgbClr val="102235"/>
                </a:solidFill>
                <a:latin typeface="Arial"/>
                <a:ea typeface="Arial"/>
                <a:cs typeface="Arial"/>
              </a:defRPr>
            </a:lvl4pPr>
            <a:lvl5pPr algn="l">
              <a:defRPr sz="1800" b="1">
                <a:solidFill>
                  <a:srgbClr val="102235"/>
                </a:solidFill>
                <a:latin typeface="Arial"/>
                <a:ea typeface="Arial"/>
                <a:cs typeface="Arial"/>
              </a:defRPr>
            </a:lvl5pPr>
            <a:lvl6pPr algn="l">
              <a:defRPr sz="1800" b="1">
                <a:solidFill>
                  <a:srgbClr val="102235"/>
                </a:solidFill>
                <a:latin typeface="Arial"/>
                <a:ea typeface="Arial"/>
                <a:cs typeface="Arial"/>
              </a:defRPr>
            </a:lvl6pPr>
            <a:lvl7pPr algn="l">
              <a:defRPr sz="1800" b="1">
                <a:solidFill>
                  <a:srgbClr val="102235"/>
                </a:solidFill>
                <a:latin typeface="Arial"/>
                <a:ea typeface="Arial"/>
                <a:cs typeface="Arial"/>
              </a:defRPr>
            </a:lvl7pPr>
            <a:lvl8pPr algn="l">
              <a:defRPr sz="1800" b="1">
                <a:solidFill>
                  <a:srgbClr val="102235"/>
                </a:solidFill>
                <a:latin typeface="Arial"/>
                <a:ea typeface="Arial"/>
                <a:cs typeface="Arial"/>
              </a:defRPr>
            </a:lvl8pPr>
            <a:lvl9pPr algn="l">
              <a:defRPr sz="1800" b="1">
                <a:solidFill>
                  <a:srgbClr val="102235"/>
                </a:solidFill>
                <a:latin typeface="Arial"/>
                <a:ea typeface="Arial"/>
                <a:cs typeface="Arial"/>
              </a:defRPr>
            </a:lvl9pPr>
          </a:lstStyle>
          <a:p xmlns:a="http://schemas.openxmlformats.org/drawingml/2006/main">
            <a:pPr algn="l">
              <a:defRPr sz="1800" b="1">
                <a:solidFill>
                  <a:srgbClr val="102235"/>
                </a:solidFill>
                <a:latin typeface="Arial"/>
                <a:ea typeface="Arial"/>
                <a:cs typeface="Arial"/>
              </a:defRPr>
            </a:pPr>
            <a:r>
              <a:rPr sz="1800" b="1">
                <a:solidFill>
                  <a:srgbClr val="102235"/>
                </a:solidFill>
                <a:latin typeface="Arial"/>
                <a:ea typeface="Arial"/>
                <a:cs typeface="Arial"/>
              </a:rPr>
              <a:t>RabbitMQ</a:t>
            </a:r>
          </a:p>
        </p:txBody>
      </p:sp>
      <p:sp>
        <p:nvSpPr>
          <p:cNvPr id="37" name="">
            <a:extLst xmlns:a="http://schemas.openxmlformats.org/drawingml/2006/main">
              <a:ext uri="{FF2B5EF4-FFF2-40B4-BE49-F238E27FC236}">
                <a16:creationId xmlns:a16="http://schemas.microsoft.com/office/drawing/2014/main" id="{7DE02DF6-0CF7-4A2D-9F60-FE62824D14DB}"/>
              </a:ext>
            </a:extLst>
          </p:cNvPr>
          <p:cNvSpPr>
            <a:spLocks xmlns:a="http://schemas.openxmlformats.org/drawingml/2006/main" noGrp="1"/>
          </p:cNvSpPr>
          <p:nvPr/>
        </p:nvSpPr>
        <p:spPr>
          <a:xfrm xmlns:a="http://schemas.openxmlformats.org/drawingml/2006/main">
            <a:off x="5124450" y="5391150"/>
            <a:ext cx="2952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26879"/>
                </a:solidFill>
                <a:latin typeface="Arial"/>
                <a:ea typeface="Arial"/>
                <a:cs typeface="Arial"/>
              </a:defRPr>
            </a:defPPr>
            <a:lvl1pPr algn="l">
              <a:defRPr sz="1275" b="0">
                <a:solidFill>
                  <a:srgbClr val="526879"/>
                </a:solidFill>
                <a:latin typeface="Arial"/>
                <a:ea typeface="Arial"/>
                <a:cs typeface="Arial"/>
              </a:defRPr>
            </a:lvl1pPr>
            <a:lvl2pPr algn="l">
              <a:defRPr sz="1275" b="0">
                <a:solidFill>
                  <a:srgbClr val="526879"/>
                </a:solidFill>
                <a:latin typeface="Arial"/>
                <a:ea typeface="Arial"/>
                <a:cs typeface="Arial"/>
              </a:defRPr>
            </a:lvl2pPr>
            <a:lvl3pPr algn="l">
              <a:defRPr sz="1275" b="0">
                <a:solidFill>
                  <a:srgbClr val="526879"/>
                </a:solidFill>
                <a:latin typeface="Arial"/>
                <a:ea typeface="Arial"/>
                <a:cs typeface="Arial"/>
              </a:defRPr>
            </a:lvl3pPr>
            <a:lvl4pPr algn="l">
              <a:defRPr sz="1275" b="0">
                <a:solidFill>
                  <a:srgbClr val="526879"/>
                </a:solidFill>
                <a:latin typeface="Arial"/>
                <a:ea typeface="Arial"/>
                <a:cs typeface="Arial"/>
              </a:defRPr>
            </a:lvl4pPr>
            <a:lvl5pPr algn="l">
              <a:defRPr sz="1275" b="0">
                <a:solidFill>
                  <a:srgbClr val="526879"/>
                </a:solidFill>
                <a:latin typeface="Arial"/>
                <a:ea typeface="Arial"/>
                <a:cs typeface="Arial"/>
              </a:defRPr>
            </a:lvl5pPr>
            <a:lvl6pPr algn="l">
              <a:defRPr sz="1275" b="0">
                <a:solidFill>
                  <a:srgbClr val="526879"/>
                </a:solidFill>
                <a:latin typeface="Arial"/>
                <a:ea typeface="Arial"/>
                <a:cs typeface="Arial"/>
              </a:defRPr>
            </a:lvl6pPr>
            <a:lvl7pPr algn="l">
              <a:defRPr sz="1275" b="0">
                <a:solidFill>
                  <a:srgbClr val="526879"/>
                </a:solidFill>
                <a:latin typeface="Arial"/>
                <a:ea typeface="Arial"/>
                <a:cs typeface="Arial"/>
              </a:defRPr>
            </a:lvl7pPr>
            <a:lvl8pPr algn="l">
              <a:defRPr sz="1275" b="0">
                <a:solidFill>
                  <a:srgbClr val="526879"/>
                </a:solidFill>
                <a:latin typeface="Arial"/>
                <a:ea typeface="Arial"/>
                <a:cs typeface="Arial"/>
              </a:defRPr>
            </a:lvl8pPr>
            <a:lvl9pPr algn="l">
              <a:defRPr sz="1275" b="0">
                <a:solidFill>
                  <a:srgbClr val="526879"/>
                </a:solidFill>
                <a:latin typeface="Arial"/>
                <a:ea typeface="Arial"/>
                <a:cs typeface="Arial"/>
              </a:defRPr>
            </a:lvl9pPr>
          </a:lstStyle>
          <a:p xmlns:a="http://schemas.openxmlformats.org/drawingml/2006/main">
            <a:pPr algn="l">
              <a:defRPr sz="1275" b="0">
                <a:solidFill>
                  <a:srgbClr val="526879"/>
                </a:solidFill>
                <a:latin typeface="Arial"/>
                <a:ea typeface="Arial"/>
                <a:cs typeface="Arial"/>
              </a:defRPr>
            </a:pPr>
            <a:r>
              <a:rPr sz="1275" b="0">
                <a:solidFill>
                  <a:srgbClr val="526879"/>
                </a:solidFill>
                <a:latin typeface="Arial"/>
                <a:ea typeface="Arial"/>
                <a:cs typeface="Arial"/>
              </a:rPr>
              <a:t>Clúster interno · 2 nodos</a:t>
            </a:r>
          </a:p>
        </p:txBody>
      </p:sp>
      <p:sp>
        <p:nvSpPr>
          <p:cNvPr id="38" name="">
            <a:extLst xmlns:a="http://schemas.openxmlformats.org/drawingml/2006/main">
              <a:ext uri="{FF2B5EF4-FFF2-40B4-BE49-F238E27FC236}">
                <a16:creationId xmlns:a16="http://schemas.microsoft.com/office/drawing/2014/main" id="{140040BD-2AD5-4F86-BF17-B1D19B8E40B2}"/>
              </a:ext>
            </a:extLst>
          </p:cNvPr>
          <p:cNvSpPr>
            <a:spLocks xmlns:a="http://schemas.openxmlformats.org/drawingml/2006/main" noGrp="1"/>
          </p:cNvSpPr>
          <p:nvPr/>
        </p:nvSpPr>
        <p:spPr>
          <a:xfrm xmlns:a="http://schemas.openxmlformats.org/drawingml/2006/main">
            <a:off x="8886825" y="4991100"/>
            <a:ext cx="268605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39" name="">
            <a:extLst xmlns:a="http://schemas.openxmlformats.org/drawingml/2006/main">
              <a:ext uri="{FF2B5EF4-FFF2-40B4-BE49-F238E27FC236}">
                <a16:creationId xmlns:a16="http://schemas.microsoft.com/office/drawing/2014/main" id="{8C7D5834-8340-46E1-8D40-32466841A508}"/>
              </a:ext>
            </a:extLst>
          </p:cNvPr>
          <p:cNvSpPr>
            <a:spLocks xmlns:a="http://schemas.openxmlformats.org/drawingml/2006/main" noGrp="1"/>
          </p:cNvSpPr>
          <p:nvPr/>
        </p:nvSpPr>
        <p:spPr>
          <a:xfrm xmlns:a="http://schemas.openxmlformats.org/drawingml/2006/main">
            <a:off x="8886825" y="4991100"/>
            <a:ext cx="66675" cy="828675"/>
          </a:xfrm>
          <a:prstGeom xmlns:a="http://schemas.openxmlformats.org/drawingml/2006/main" prst="rect">
            <a:avLst/>
          </a:prstGeom>
          <a:solidFill xmlns:a="http://schemas.openxmlformats.org/drawingml/2006/main">
            <a:srgbClr val="2D67B2"/>
          </a:solidFill>
          <a:ln xmlns:a="http://schemas.openxmlformats.org/drawingml/2006/main" w="0">
            <a:solidFill>
              <a:srgbClr val="2D67B2"/>
            </a:solidFill>
            <a:prstDash val="solid"/>
          </a:ln>
        </p:spPr>
      </p:sp>
      <p:sp>
        <p:nvSpPr>
          <p:cNvPr id="40" name="">
            <a:extLst xmlns:a="http://schemas.openxmlformats.org/drawingml/2006/main">
              <a:ext uri="{FF2B5EF4-FFF2-40B4-BE49-F238E27FC236}">
                <a16:creationId xmlns:a16="http://schemas.microsoft.com/office/drawing/2014/main" id="{D4BB124A-4967-4F11-807A-C53A481D76EA}"/>
              </a:ext>
            </a:extLst>
          </p:cNvPr>
          <p:cNvSpPr>
            <a:spLocks xmlns:a="http://schemas.openxmlformats.org/drawingml/2006/main" noGrp="1"/>
          </p:cNvSpPr>
          <p:nvPr/>
        </p:nvSpPr>
        <p:spPr>
          <a:xfrm xmlns:a="http://schemas.openxmlformats.org/drawingml/2006/main">
            <a:off x="9058275" y="5076825"/>
            <a:ext cx="2400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rabbit-service</a:t>
            </a:r>
          </a:p>
        </p:txBody>
      </p:sp>
      <p:sp>
        <p:nvSpPr>
          <p:cNvPr id="41" name="">
            <a:extLst xmlns:a="http://schemas.openxmlformats.org/drawingml/2006/main">
              <a:ext uri="{FF2B5EF4-FFF2-40B4-BE49-F238E27FC236}">
                <a16:creationId xmlns:a16="http://schemas.microsoft.com/office/drawing/2014/main" id="{4FB82FA3-75BA-489C-A97E-B8FE572563A9}"/>
              </a:ext>
            </a:extLst>
          </p:cNvPr>
          <p:cNvSpPr>
            <a:spLocks xmlns:a="http://schemas.openxmlformats.org/drawingml/2006/main" noGrp="1"/>
          </p:cNvSpPr>
          <p:nvPr/>
        </p:nvSpPr>
        <p:spPr>
          <a:xfrm xmlns:a="http://schemas.openxmlformats.org/drawingml/2006/main">
            <a:off x="9058275" y="5391150"/>
            <a:ext cx="24003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526879"/>
                </a:solidFill>
                <a:latin typeface="Arial"/>
                <a:ea typeface="Arial"/>
                <a:cs typeface="Arial"/>
              </a:defRPr>
            </a:defPPr>
            <a:lvl1pPr algn="l">
              <a:defRPr sz="1200" b="0">
                <a:solidFill>
                  <a:srgbClr val="526879"/>
                </a:solidFill>
                <a:latin typeface="Arial"/>
                <a:ea typeface="Arial"/>
                <a:cs typeface="Arial"/>
              </a:defRPr>
            </a:lvl1pPr>
            <a:lvl2pPr algn="l">
              <a:defRPr sz="1200" b="0">
                <a:solidFill>
                  <a:srgbClr val="526879"/>
                </a:solidFill>
                <a:latin typeface="Arial"/>
                <a:ea typeface="Arial"/>
                <a:cs typeface="Arial"/>
              </a:defRPr>
            </a:lvl2pPr>
            <a:lvl3pPr algn="l">
              <a:defRPr sz="1200" b="0">
                <a:solidFill>
                  <a:srgbClr val="526879"/>
                </a:solidFill>
                <a:latin typeface="Arial"/>
                <a:ea typeface="Arial"/>
                <a:cs typeface="Arial"/>
              </a:defRPr>
            </a:lvl3pPr>
            <a:lvl4pPr algn="l">
              <a:defRPr sz="1200" b="0">
                <a:solidFill>
                  <a:srgbClr val="526879"/>
                </a:solidFill>
                <a:latin typeface="Arial"/>
                <a:ea typeface="Arial"/>
                <a:cs typeface="Arial"/>
              </a:defRPr>
            </a:lvl4pPr>
            <a:lvl5pPr algn="l">
              <a:defRPr sz="1200" b="0">
                <a:solidFill>
                  <a:srgbClr val="526879"/>
                </a:solidFill>
                <a:latin typeface="Arial"/>
                <a:ea typeface="Arial"/>
                <a:cs typeface="Arial"/>
              </a:defRPr>
            </a:lvl5pPr>
            <a:lvl6pPr algn="l">
              <a:defRPr sz="1200" b="0">
                <a:solidFill>
                  <a:srgbClr val="526879"/>
                </a:solidFill>
                <a:latin typeface="Arial"/>
                <a:ea typeface="Arial"/>
                <a:cs typeface="Arial"/>
              </a:defRPr>
            </a:lvl6pPr>
            <a:lvl7pPr algn="l">
              <a:defRPr sz="1200" b="0">
                <a:solidFill>
                  <a:srgbClr val="526879"/>
                </a:solidFill>
                <a:latin typeface="Arial"/>
                <a:ea typeface="Arial"/>
                <a:cs typeface="Arial"/>
              </a:defRPr>
            </a:lvl7pPr>
            <a:lvl8pPr algn="l">
              <a:defRPr sz="1200" b="0">
                <a:solidFill>
                  <a:srgbClr val="526879"/>
                </a:solidFill>
                <a:latin typeface="Arial"/>
                <a:ea typeface="Arial"/>
                <a:cs typeface="Arial"/>
              </a:defRPr>
            </a:lvl8pPr>
            <a:lvl9pPr algn="l">
              <a:defRPr sz="1200" b="0">
                <a:solidFill>
                  <a:srgbClr val="526879"/>
                </a:solidFill>
                <a:latin typeface="Arial"/>
                <a:ea typeface="Arial"/>
                <a:cs typeface="Arial"/>
              </a:defRPr>
            </a:lvl9pPr>
          </a:lstStyle>
          <a:p xmlns:a="http://schemas.openxmlformats.org/drawingml/2006/main">
            <a:pPr algn="l">
              <a:defRPr sz="1200" b="0">
                <a:solidFill>
                  <a:srgbClr val="526879"/>
                </a:solidFill>
                <a:latin typeface="Arial"/>
                <a:ea typeface="Arial"/>
                <a:cs typeface="Arial"/>
              </a:defRPr>
            </a:pPr>
            <a:r>
              <a:rPr sz="1200" b="0">
                <a:solidFill>
                  <a:srgbClr val="526879"/>
                </a:solidFill>
                <a:latin typeface="Arial"/>
                <a:ea typeface="Arial"/>
                <a:cs typeface="Arial"/>
              </a:rPr>
              <a:t>Administración de recursos</a:t>
            </a:r>
          </a:p>
        </p:txBody>
      </p:sp>
      <p:sp>
        <p:nvSpPr>
          <p:cNvPr id="50" name="">
            <a:extLst xmlns:a="http://schemas.openxmlformats.org/drawingml/2006/main">
              <a:ext uri="{FF2B5EF4-FFF2-40B4-BE49-F238E27FC236}">
                <a16:creationId xmlns:a16="http://schemas.microsoft.com/office/drawing/2014/main" id="{9BFC0FCE-E529-4B2F-852E-E40F443049AD}"/>
              </a:ext>
            </a:extLst>
          </p:cNvPr>
          <p:cNvSpPr>
            <a:spLocks xmlns:a="http://schemas.openxmlformats.org/drawingml/2006/main" noGrp="1"/>
          </p:cNvSpPr>
          <p:nvPr/>
        </p:nvSpPr>
        <p:spPr>
          <a:xfrm xmlns:a="http://schemas.openxmlformats.org/drawingml/2006/main">
            <a:off x="666750" y="32194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E79845"/>
                </a:solidFill>
                <a:latin typeface="Arial"/>
                <a:ea typeface="Arial"/>
                <a:cs typeface="Arial"/>
              </a:defRPr>
            </a:defPPr>
            <a:lvl1pPr algn="ctr">
              <a:defRPr sz="1200" b="1">
                <a:solidFill>
                  <a:srgbClr val="E79845"/>
                </a:solidFill>
                <a:latin typeface="Arial"/>
                <a:ea typeface="Arial"/>
                <a:cs typeface="Arial"/>
              </a:defRPr>
            </a:lvl1pPr>
            <a:lvl2pPr algn="ctr">
              <a:defRPr sz="1200" b="1">
                <a:solidFill>
                  <a:srgbClr val="E79845"/>
                </a:solidFill>
                <a:latin typeface="Arial"/>
                <a:ea typeface="Arial"/>
                <a:cs typeface="Arial"/>
              </a:defRPr>
            </a:lvl2pPr>
            <a:lvl3pPr algn="ctr">
              <a:defRPr sz="1200" b="1">
                <a:solidFill>
                  <a:srgbClr val="E79845"/>
                </a:solidFill>
                <a:latin typeface="Arial"/>
                <a:ea typeface="Arial"/>
                <a:cs typeface="Arial"/>
              </a:defRPr>
            </a:lvl3pPr>
            <a:lvl4pPr algn="ctr">
              <a:defRPr sz="1200" b="1">
                <a:solidFill>
                  <a:srgbClr val="E79845"/>
                </a:solidFill>
                <a:latin typeface="Arial"/>
                <a:ea typeface="Arial"/>
                <a:cs typeface="Arial"/>
              </a:defRPr>
            </a:lvl4pPr>
            <a:lvl5pPr algn="ctr">
              <a:defRPr sz="1200" b="1">
                <a:solidFill>
                  <a:srgbClr val="E79845"/>
                </a:solidFill>
                <a:latin typeface="Arial"/>
                <a:ea typeface="Arial"/>
                <a:cs typeface="Arial"/>
              </a:defRPr>
            </a:lvl5pPr>
            <a:lvl6pPr algn="ctr">
              <a:defRPr sz="1200" b="1">
                <a:solidFill>
                  <a:srgbClr val="E79845"/>
                </a:solidFill>
                <a:latin typeface="Arial"/>
                <a:ea typeface="Arial"/>
                <a:cs typeface="Arial"/>
              </a:defRPr>
            </a:lvl6pPr>
            <a:lvl7pPr algn="ctr">
              <a:defRPr sz="1200" b="1">
                <a:solidFill>
                  <a:srgbClr val="E79845"/>
                </a:solidFill>
                <a:latin typeface="Arial"/>
                <a:ea typeface="Arial"/>
                <a:cs typeface="Arial"/>
              </a:defRPr>
            </a:lvl7pPr>
            <a:lvl8pPr algn="ctr">
              <a:defRPr sz="1200" b="1">
                <a:solidFill>
                  <a:srgbClr val="E79845"/>
                </a:solidFill>
                <a:latin typeface="Arial"/>
                <a:ea typeface="Arial"/>
                <a:cs typeface="Arial"/>
              </a:defRPr>
            </a:lvl8pPr>
            <a:lvl9pPr algn="ctr">
              <a:defRPr sz="1200" b="1">
                <a:solidFill>
                  <a:srgbClr val="E79845"/>
                </a:solidFill>
                <a:latin typeface="Arial"/>
                <a:ea typeface="Arial"/>
                <a:cs typeface="Arial"/>
              </a:defRPr>
            </a:lvl9pPr>
          </a:lstStyle>
          <a:p xmlns:a="http://schemas.openxmlformats.org/drawingml/2006/main">
            <a:pPr algn="ctr">
              <a:defRPr sz="1200" b="1">
                <a:solidFill>
                  <a:srgbClr val="E79845"/>
                </a:solidFill>
                <a:latin typeface="Arial"/>
                <a:ea typeface="Arial"/>
                <a:cs typeface="Arial"/>
              </a:defRPr>
            </a:pPr>
            <a:r>
              <a:rPr sz="1200" b="1">
                <a:solidFill>
                  <a:srgbClr val="E79845"/>
                </a:solidFill>
                <a:latin typeface="Arial"/>
                <a:ea typeface="Arial"/>
                <a:cs typeface="Arial"/>
              </a:rPr>
              <a:t>Inicio de sesión</a:t>
            </a:r>
          </a:p>
        </p:txBody>
      </p:sp>
      <p:sp>
        <p:nvSpPr>
          <p:cNvPr id="53" name="">
            <a:extLst xmlns:a="http://schemas.openxmlformats.org/drawingml/2006/main">
              <a:ext uri="{FF2B5EF4-FFF2-40B4-BE49-F238E27FC236}">
                <a16:creationId xmlns:a16="http://schemas.microsoft.com/office/drawing/2014/main" id="{6A9DD33C-71C0-4555-BA0B-FDA367219886}"/>
              </a:ext>
            </a:extLst>
          </p:cNvPr>
          <p:cNvSpPr>
            <a:spLocks xmlns:a="http://schemas.openxmlformats.org/drawingml/2006/main" noGrp="1"/>
          </p:cNvSpPr>
          <p:nvPr/>
        </p:nvSpPr>
        <p:spPr>
          <a:xfrm xmlns:a="http://schemas.openxmlformats.org/drawingml/2006/main">
            <a:off x="2524125" y="1743075"/>
            <a:ext cx="647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078C8C"/>
                </a:solidFill>
                <a:latin typeface="Arial"/>
                <a:ea typeface="Arial"/>
                <a:cs typeface="Arial"/>
              </a:defRPr>
            </a:defPPr>
            <a:lvl1pPr algn="ctr">
              <a:defRPr sz="1125" b="1">
                <a:solidFill>
                  <a:srgbClr val="078C8C"/>
                </a:solidFill>
                <a:latin typeface="Arial"/>
                <a:ea typeface="Arial"/>
                <a:cs typeface="Arial"/>
              </a:defRPr>
            </a:lvl1pPr>
            <a:lvl2pPr algn="ctr">
              <a:defRPr sz="1125" b="1">
                <a:solidFill>
                  <a:srgbClr val="078C8C"/>
                </a:solidFill>
                <a:latin typeface="Arial"/>
                <a:ea typeface="Arial"/>
                <a:cs typeface="Arial"/>
              </a:defRPr>
            </a:lvl2pPr>
            <a:lvl3pPr algn="ctr">
              <a:defRPr sz="1125" b="1">
                <a:solidFill>
                  <a:srgbClr val="078C8C"/>
                </a:solidFill>
                <a:latin typeface="Arial"/>
                <a:ea typeface="Arial"/>
                <a:cs typeface="Arial"/>
              </a:defRPr>
            </a:lvl3pPr>
            <a:lvl4pPr algn="ctr">
              <a:defRPr sz="1125" b="1">
                <a:solidFill>
                  <a:srgbClr val="078C8C"/>
                </a:solidFill>
                <a:latin typeface="Arial"/>
                <a:ea typeface="Arial"/>
                <a:cs typeface="Arial"/>
              </a:defRPr>
            </a:lvl4pPr>
            <a:lvl5pPr algn="ctr">
              <a:defRPr sz="1125" b="1">
                <a:solidFill>
                  <a:srgbClr val="078C8C"/>
                </a:solidFill>
                <a:latin typeface="Arial"/>
                <a:ea typeface="Arial"/>
                <a:cs typeface="Arial"/>
              </a:defRPr>
            </a:lvl5pPr>
            <a:lvl6pPr algn="ctr">
              <a:defRPr sz="1125" b="1">
                <a:solidFill>
                  <a:srgbClr val="078C8C"/>
                </a:solidFill>
                <a:latin typeface="Arial"/>
                <a:ea typeface="Arial"/>
                <a:cs typeface="Arial"/>
              </a:defRPr>
            </a:lvl6pPr>
            <a:lvl7pPr algn="ctr">
              <a:defRPr sz="1125" b="1">
                <a:solidFill>
                  <a:srgbClr val="078C8C"/>
                </a:solidFill>
                <a:latin typeface="Arial"/>
                <a:ea typeface="Arial"/>
                <a:cs typeface="Arial"/>
              </a:defRPr>
            </a:lvl7pPr>
            <a:lvl8pPr algn="ctr">
              <a:defRPr sz="1125" b="1">
                <a:solidFill>
                  <a:srgbClr val="078C8C"/>
                </a:solidFill>
                <a:latin typeface="Arial"/>
                <a:ea typeface="Arial"/>
                <a:cs typeface="Arial"/>
              </a:defRPr>
            </a:lvl8pPr>
            <a:lvl9pPr algn="ctr">
              <a:defRPr sz="1125" b="1">
                <a:solidFill>
                  <a:srgbClr val="078C8C"/>
                </a:solidFill>
                <a:latin typeface="Arial"/>
                <a:ea typeface="Arial"/>
                <a:cs typeface="Arial"/>
              </a:defRPr>
            </a:lvl9pPr>
          </a:lstStyle>
          <a:p xmlns:a="http://schemas.openxmlformats.org/drawingml/2006/main">
            <a:pPr algn="ctr">
              <a:defRPr sz="1125" b="1">
                <a:solidFill>
                  <a:srgbClr val="078C8C"/>
                </a:solidFill>
                <a:latin typeface="Arial"/>
                <a:ea typeface="Arial"/>
                <a:cs typeface="Arial"/>
              </a:defRPr>
            </a:pPr>
            <a:r>
              <a:rPr sz="1125" b="1">
                <a:solidFill>
                  <a:srgbClr val="078C8C"/>
                </a:solidFill>
                <a:latin typeface="Arial"/>
                <a:ea typeface="Arial"/>
                <a:cs typeface="Arial"/>
              </a:rPr>
              <a:t>REST</a:t>
            </a:r>
          </a:p>
        </p:txBody>
      </p:sp>
      <p:sp>
        <p:nvSpPr>
          <p:cNvPr id="54" name="">
            <a:extLst xmlns:a="http://schemas.openxmlformats.org/drawingml/2006/main">
              <a:ext uri="{FF2B5EF4-FFF2-40B4-BE49-F238E27FC236}">
                <a16:creationId xmlns:a16="http://schemas.microsoft.com/office/drawing/2014/main" id="{867286C4-D550-4FF4-B952-13FFD5849C37}"/>
              </a:ext>
            </a:extLst>
          </p:cNvPr>
          <p:cNvSpPr>
            <a:spLocks xmlns:a="http://schemas.openxmlformats.org/drawingml/2006/main" noGrp="1"/>
          </p:cNvSpPr>
          <p:nvPr/>
        </p:nvSpPr>
        <p:spPr>
          <a:xfrm xmlns:a="http://schemas.openxmlformats.org/drawingml/2006/main">
            <a:off x="5210175" y="4533900"/>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102235"/>
                </a:solidFill>
                <a:latin typeface="Arial"/>
                <a:ea typeface="Arial"/>
                <a:cs typeface="Arial"/>
              </a:defRPr>
            </a:defPPr>
            <a:lvl1pPr algn="ctr">
              <a:defRPr sz="1125" b="1">
                <a:solidFill>
                  <a:srgbClr val="102235"/>
                </a:solidFill>
                <a:latin typeface="Arial"/>
                <a:ea typeface="Arial"/>
                <a:cs typeface="Arial"/>
              </a:defRPr>
            </a:lvl1pPr>
            <a:lvl2pPr algn="ctr">
              <a:defRPr sz="1125" b="1">
                <a:solidFill>
                  <a:srgbClr val="102235"/>
                </a:solidFill>
                <a:latin typeface="Arial"/>
                <a:ea typeface="Arial"/>
                <a:cs typeface="Arial"/>
              </a:defRPr>
            </a:lvl2pPr>
            <a:lvl3pPr algn="ctr">
              <a:defRPr sz="1125" b="1">
                <a:solidFill>
                  <a:srgbClr val="102235"/>
                </a:solidFill>
                <a:latin typeface="Arial"/>
                <a:ea typeface="Arial"/>
                <a:cs typeface="Arial"/>
              </a:defRPr>
            </a:lvl3pPr>
            <a:lvl4pPr algn="ctr">
              <a:defRPr sz="1125" b="1">
                <a:solidFill>
                  <a:srgbClr val="102235"/>
                </a:solidFill>
                <a:latin typeface="Arial"/>
                <a:ea typeface="Arial"/>
                <a:cs typeface="Arial"/>
              </a:defRPr>
            </a:lvl4pPr>
            <a:lvl5pPr algn="ctr">
              <a:defRPr sz="1125" b="1">
                <a:solidFill>
                  <a:srgbClr val="102235"/>
                </a:solidFill>
                <a:latin typeface="Arial"/>
                <a:ea typeface="Arial"/>
                <a:cs typeface="Arial"/>
              </a:defRPr>
            </a:lvl5pPr>
            <a:lvl6pPr algn="ctr">
              <a:defRPr sz="1125" b="1">
                <a:solidFill>
                  <a:srgbClr val="102235"/>
                </a:solidFill>
                <a:latin typeface="Arial"/>
                <a:ea typeface="Arial"/>
                <a:cs typeface="Arial"/>
              </a:defRPr>
            </a:lvl6pPr>
            <a:lvl7pPr algn="ctr">
              <a:defRPr sz="1125" b="1">
                <a:solidFill>
                  <a:srgbClr val="102235"/>
                </a:solidFill>
                <a:latin typeface="Arial"/>
                <a:ea typeface="Arial"/>
                <a:cs typeface="Arial"/>
              </a:defRPr>
            </a:lvl7pPr>
            <a:lvl8pPr algn="ctr">
              <a:defRPr sz="1125" b="1">
                <a:solidFill>
                  <a:srgbClr val="102235"/>
                </a:solidFill>
                <a:latin typeface="Arial"/>
                <a:ea typeface="Arial"/>
                <a:cs typeface="Arial"/>
              </a:defRPr>
            </a:lvl8pPr>
            <a:lvl9pPr algn="ctr">
              <a:defRPr sz="1125" b="1">
                <a:solidFill>
                  <a:srgbClr val="102235"/>
                </a:solidFill>
                <a:latin typeface="Arial"/>
                <a:ea typeface="Arial"/>
                <a:cs typeface="Arial"/>
              </a:defRPr>
            </a:lvl9pPr>
          </a:lstStyle>
          <a:p xmlns:a="http://schemas.openxmlformats.org/drawingml/2006/main">
            <a:pPr algn="ctr">
              <a:defRPr sz="1125" b="1">
                <a:solidFill>
                  <a:srgbClr val="102235"/>
                </a:solidFill>
                <a:latin typeface="Arial"/>
                <a:ea typeface="Arial"/>
                <a:cs typeface="Arial"/>
              </a:defRPr>
            </a:pPr>
            <a:r>
              <a:rPr sz="1125" b="1">
                <a:solidFill>
                  <a:srgbClr val="102235"/>
                </a:solidFill>
                <a:latin typeface="Arial"/>
                <a:ea typeface="Arial"/>
                <a:cs typeface="Arial"/>
              </a:rPr>
              <a:t>eventos</a:t>
            </a:r>
          </a:p>
        </p:txBody>
      </p:sp>
    </p:spTree>
    <p:extLst>
      <p:ext uri="{BB962C8B-B14F-4D97-AF65-F5344CB8AC3E}">
        <p14:creationId xmlns:p14="http://schemas.microsoft.com/office/powerpoint/2010/main" val="1274226088"/>
      </p:ext>
    </p:extLst>
  </p:cSld>
</p:sld>
</file>

<file path=ppt/slides/slide3.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78EA53F4-7788-4629-8D6F-5D338C0DB919}"/>
              </a:ext>
            </a:extLst>
          </p:cNvPr>
          <p:cNvCxnSpPr>
            <a:stCxn xmlns:a="http://schemas.openxmlformats.org/drawingml/2006/main" id="15" idx="3"/>
            <a:endCxn xmlns:a="http://schemas.openxmlformats.org/drawingml/2006/main" id="20" idx="1"/>
          </p:cNvCxnSpPr>
          <p:nvPr/>
        </p:nvCxnSpPr>
        <p:spPr>
          <a:xfrm xmlns:a="http://schemas.openxmlformats.org/drawingml/2006/main">
            <a:off x="8620125" y="2724150"/>
            <a:ext cx="476250" cy="0"/>
          </a:xfrm>
          <a:prstGeom xmlns:a="http://schemas.openxmlformats.org/drawingml/2006/main" prst="straightConnector1">
            <a:avLst/>
          </a:prstGeom>
          <a:ln xmlns:a="http://schemas.openxmlformats.org/drawingml/2006/main" w="19050">
            <a:solidFill>
              <a:srgbClr val="078C8C"/>
            </a:solidFill>
            <a:prstDash val="solid"/>
            <a:headEnd type="triangle" w="sm" len="sm"/>
          </a:ln>
        </p:spPr>
      </p:cxnSp>
      <p:cxnSp>
        <p:nvCxnSpPr>
          <p:cNvPr id="26" name="">
            <a:extLst xmlns:a="http://schemas.openxmlformats.org/drawingml/2006/main">
              <a:ext uri="{FF2B5EF4-FFF2-40B4-BE49-F238E27FC236}">
                <a16:creationId xmlns:a16="http://schemas.microsoft.com/office/drawing/2014/main" id="{994C8D45-2CDC-4506-916F-075970D680FB}"/>
              </a:ext>
            </a:extLst>
          </p:cNvPr>
          <p:cNvCxnSpPr>
            <a:stCxn xmlns:a="http://schemas.openxmlformats.org/drawingml/2006/main" id="10" idx="3"/>
            <a:endCxn xmlns:a="http://schemas.openxmlformats.org/drawingml/2006/main" id="15" idx="1"/>
          </p:cNvCxnSpPr>
          <p:nvPr/>
        </p:nvCxnSpPr>
        <p:spPr>
          <a:xfrm xmlns:a="http://schemas.openxmlformats.org/drawingml/2006/main">
            <a:off x="5810250" y="2724150"/>
            <a:ext cx="476250" cy="0"/>
          </a:xfrm>
          <a:prstGeom xmlns:a="http://schemas.openxmlformats.org/drawingml/2006/main" prst="straightConnector1">
            <a:avLst/>
          </a:prstGeom>
          <a:ln xmlns:a="http://schemas.openxmlformats.org/drawingml/2006/main" w="19050">
            <a:solidFill>
              <a:srgbClr val="078C8C"/>
            </a:solidFill>
            <a:prstDash val="solid"/>
            <a:headEnd type="triangle" w="sm" len="sm"/>
          </a:ln>
        </p:spPr>
      </p:cxnSp>
      <p:cxnSp>
        <p:nvCxnSpPr>
          <p:cNvPr id="25" name="">
            <a:extLst xmlns:a="http://schemas.openxmlformats.org/drawingml/2006/main">
              <a:ext uri="{FF2B5EF4-FFF2-40B4-BE49-F238E27FC236}">
                <a16:creationId xmlns:a16="http://schemas.microsoft.com/office/drawing/2014/main" id="{025797D4-0A20-4EAB-A233-23E9947A6A41}"/>
              </a:ext>
            </a:extLst>
          </p:cNvPr>
          <p:cNvCxnSpPr>
            <a:stCxn xmlns:a="http://schemas.openxmlformats.org/drawingml/2006/main" id="5" idx="3"/>
            <a:endCxn xmlns:a="http://schemas.openxmlformats.org/drawingml/2006/main" id="10" idx="1"/>
          </p:cNvCxnSpPr>
          <p:nvPr/>
        </p:nvCxnSpPr>
        <p:spPr>
          <a:xfrm xmlns:a="http://schemas.openxmlformats.org/drawingml/2006/main">
            <a:off x="3000375" y="2724150"/>
            <a:ext cx="476250" cy="0"/>
          </a:xfrm>
          <a:prstGeom xmlns:a="http://schemas.openxmlformats.org/drawingml/2006/main" prst="straightConnector1">
            <a:avLst/>
          </a:prstGeom>
          <a:ln xmlns:a="http://schemas.openxmlformats.org/drawingml/2006/main" w="19050">
            <a:solidFill>
              <a:srgbClr val="078C8C"/>
            </a:solidFill>
            <a:prstDash val="solid"/>
            <a:headEnd type="triangle" w="sm" len="sm"/>
          </a:ln>
        </p:spPr>
      </p:cxnSp>
      <p:sp>
        <p:nvSpPr>
          <p:cNvPr id="35" name="slide-3-title">
            <a:extLst xmlns:a="http://schemas.openxmlformats.org/drawingml/2006/main">
              <a:ext uri="{FF2B5EF4-FFF2-40B4-BE49-F238E27FC236}">
                <a16:creationId xmlns:a16="http://schemas.microsoft.com/office/drawing/2014/main" id="{7B15C953-905A-4552-8603-FE254805CD62}"/>
              </a:ext>
            </a:extLst>
          </p:cNvPr>
          <p:cNvSpPr>
            <a:spLocks xmlns:a="http://schemas.openxmlformats.org/drawingml/2006/main" noGrp="1"/>
          </p:cNvSpPr>
          <p:nvPr/>
        </p:nvSpPr>
        <p:spPr>
          <a:xfrm xmlns:a="http://schemas.openxmlformats.org/drawingml/2006/main">
            <a:off x="590550" y="3429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235"/>
                </a:solidFill>
                <a:latin typeface="Arial"/>
                <a:ea typeface="Arial"/>
                <a:cs typeface="Arial"/>
              </a:defRPr>
            </a:defPPr>
            <a:lvl1pPr algn="l">
              <a:defRPr sz="3300" b="1">
                <a:solidFill>
                  <a:srgbClr val="102235"/>
                </a:solidFill>
                <a:latin typeface="Arial"/>
                <a:ea typeface="Arial"/>
                <a:cs typeface="Arial"/>
              </a:defRPr>
            </a:lvl1pPr>
            <a:lvl2pPr algn="l">
              <a:defRPr sz="3300" b="1">
                <a:solidFill>
                  <a:srgbClr val="102235"/>
                </a:solidFill>
                <a:latin typeface="Arial"/>
                <a:ea typeface="Arial"/>
                <a:cs typeface="Arial"/>
              </a:defRPr>
            </a:lvl2pPr>
            <a:lvl3pPr algn="l">
              <a:defRPr sz="3300" b="1">
                <a:solidFill>
                  <a:srgbClr val="102235"/>
                </a:solidFill>
                <a:latin typeface="Arial"/>
                <a:ea typeface="Arial"/>
                <a:cs typeface="Arial"/>
              </a:defRPr>
            </a:lvl3pPr>
            <a:lvl4pPr algn="l">
              <a:defRPr sz="3300" b="1">
                <a:solidFill>
                  <a:srgbClr val="102235"/>
                </a:solidFill>
                <a:latin typeface="Arial"/>
                <a:ea typeface="Arial"/>
                <a:cs typeface="Arial"/>
              </a:defRPr>
            </a:lvl4pPr>
            <a:lvl5pPr algn="l">
              <a:defRPr sz="3300" b="1">
                <a:solidFill>
                  <a:srgbClr val="102235"/>
                </a:solidFill>
                <a:latin typeface="Arial"/>
                <a:ea typeface="Arial"/>
                <a:cs typeface="Arial"/>
              </a:defRPr>
            </a:lvl5pPr>
            <a:lvl6pPr algn="l">
              <a:defRPr sz="3300" b="1">
                <a:solidFill>
                  <a:srgbClr val="102235"/>
                </a:solidFill>
                <a:latin typeface="Arial"/>
                <a:ea typeface="Arial"/>
                <a:cs typeface="Arial"/>
              </a:defRPr>
            </a:lvl6pPr>
            <a:lvl7pPr algn="l">
              <a:defRPr sz="3300" b="1">
                <a:solidFill>
                  <a:srgbClr val="102235"/>
                </a:solidFill>
                <a:latin typeface="Arial"/>
                <a:ea typeface="Arial"/>
                <a:cs typeface="Arial"/>
              </a:defRPr>
            </a:lvl7pPr>
            <a:lvl8pPr algn="l">
              <a:defRPr sz="3300" b="1">
                <a:solidFill>
                  <a:srgbClr val="102235"/>
                </a:solidFill>
                <a:latin typeface="Arial"/>
                <a:ea typeface="Arial"/>
                <a:cs typeface="Arial"/>
              </a:defRPr>
            </a:lvl8pPr>
            <a:lvl9pPr algn="l">
              <a:defRPr sz="3300" b="1">
                <a:solidFill>
                  <a:srgbClr val="102235"/>
                </a:solidFill>
                <a:latin typeface="Arial"/>
                <a:ea typeface="Arial"/>
                <a:cs typeface="Arial"/>
              </a:defRPr>
            </a:lvl9pPr>
          </a:lstStyle>
          <a:p xmlns:a="http://schemas.openxmlformats.org/drawingml/2006/main">
            <a:pPr algn="l">
              <a:defRPr sz="3300" b="1">
                <a:solidFill>
                  <a:srgbClr val="102235"/>
                </a:solidFill>
                <a:latin typeface="Arial"/>
                <a:ea typeface="Arial"/>
                <a:cs typeface="Arial"/>
              </a:defRPr>
            </a:pPr>
            <a:r>
              <a:rPr sz="3300" b="1">
                <a:solidFill>
                  <a:srgbClr val="102235"/>
                </a:solidFill>
                <a:latin typeface="Arial"/>
                <a:ea typeface="Arial"/>
                <a:cs typeface="Arial"/>
              </a:rPr>
              <a:t>Identidad y tenant de Entra ID</a:t>
            </a:r>
          </a:p>
        </p:txBody>
      </p:sp>
      <p:sp>
        <p:nvSpPr>
          <p:cNvPr id="2" name="">
            <a:extLst xmlns:a="http://schemas.openxmlformats.org/drawingml/2006/main">
              <a:ext uri="{FF2B5EF4-FFF2-40B4-BE49-F238E27FC236}">
                <a16:creationId xmlns:a16="http://schemas.microsoft.com/office/drawing/2014/main" id="{22156BCC-17ED-464A-973B-C3827852FF9D}"/>
              </a:ext>
            </a:extLst>
          </p:cNvPr>
          <p:cNvSpPr>
            <a:spLocks xmlns:a="http://schemas.openxmlformats.org/drawingml/2006/main" noGrp="1"/>
          </p:cNvSpPr>
          <p:nvPr/>
        </p:nvSpPr>
        <p:spPr>
          <a:xfrm xmlns:a="http://schemas.openxmlformats.org/drawingml/2006/main">
            <a:off x="590550" y="1028700"/>
            <a:ext cx="800100" cy="47625"/>
          </a:xfrm>
          <a:prstGeom xmlns:a="http://schemas.openxmlformats.org/drawingml/2006/main" prst="rect">
            <a:avLst/>
          </a:prstGeom>
          <a:solidFill xmlns:a="http://schemas.openxmlformats.org/drawingml/2006/main">
            <a:srgbClr val="078C8C"/>
          </a:solidFill>
          <a:ln xmlns:a="http://schemas.openxmlformats.org/drawingml/2006/main" w="0">
            <a:solidFill>
              <a:srgbClr val="078C8C"/>
            </a:solidFill>
            <a:prstDash val="solid"/>
          </a:ln>
        </p:spPr>
      </p:sp>
      <p:sp>
        <p:nvSpPr>
          <p:cNvPr id="3" name="">
            <a:extLst xmlns:a="http://schemas.openxmlformats.org/drawingml/2006/main">
              <a:ext uri="{FF2B5EF4-FFF2-40B4-BE49-F238E27FC236}">
                <a16:creationId xmlns:a16="http://schemas.microsoft.com/office/drawing/2014/main" id="{4B54AA8A-14DB-4EB2-924F-E0832821DC36}"/>
              </a:ext>
            </a:extLst>
          </p:cNvPr>
          <p:cNvSpPr>
            <a:spLocks xmlns:a="http://schemas.openxmlformats.org/drawingml/2006/main" noGrp="1"/>
          </p:cNvSpPr>
          <p:nvPr/>
        </p:nvSpPr>
        <p:spPr>
          <a:xfrm xmlns:a="http://schemas.openxmlformats.org/drawingml/2006/main">
            <a:off x="10715625" y="47625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879"/>
                </a:solidFill>
                <a:latin typeface="Arial"/>
                <a:ea typeface="Arial"/>
                <a:cs typeface="Arial"/>
              </a:defRPr>
            </a:defPPr>
            <a:lvl1pPr algn="r">
              <a:defRPr sz="1125" b="1">
                <a:solidFill>
                  <a:srgbClr val="526879"/>
                </a:solidFill>
                <a:latin typeface="Arial"/>
                <a:ea typeface="Arial"/>
                <a:cs typeface="Arial"/>
              </a:defRPr>
            </a:lvl1pPr>
            <a:lvl2pPr algn="r">
              <a:defRPr sz="1125" b="1">
                <a:solidFill>
                  <a:srgbClr val="526879"/>
                </a:solidFill>
                <a:latin typeface="Arial"/>
                <a:ea typeface="Arial"/>
                <a:cs typeface="Arial"/>
              </a:defRPr>
            </a:lvl2pPr>
            <a:lvl3pPr algn="r">
              <a:defRPr sz="1125" b="1">
                <a:solidFill>
                  <a:srgbClr val="526879"/>
                </a:solidFill>
                <a:latin typeface="Arial"/>
                <a:ea typeface="Arial"/>
                <a:cs typeface="Arial"/>
              </a:defRPr>
            </a:lvl3pPr>
            <a:lvl4pPr algn="r">
              <a:defRPr sz="1125" b="1">
                <a:solidFill>
                  <a:srgbClr val="526879"/>
                </a:solidFill>
                <a:latin typeface="Arial"/>
                <a:ea typeface="Arial"/>
                <a:cs typeface="Arial"/>
              </a:defRPr>
            </a:lvl4pPr>
            <a:lvl5pPr algn="r">
              <a:defRPr sz="1125" b="1">
                <a:solidFill>
                  <a:srgbClr val="526879"/>
                </a:solidFill>
                <a:latin typeface="Arial"/>
                <a:ea typeface="Arial"/>
                <a:cs typeface="Arial"/>
              </a:defRPr>
            </a:lvl5pPr>
            <a:lvl6pPr algn="r">
              <a:defRPr sz="1125" b="1">
                <a:solidFill>
                  <a:srgbClr val="526879"/>
                </a:solidFill>
                <a:latin typeface="Arial"/>
                <a:ea typeface="Arial"/>
                <a:cs typeface="Arial"/>
              </a:defRPr>
            </a:lvl6pPr>
            <a:lvl7pPr algn="r">
              <a:defRPr sz="1125" b="1">
                <a:solidFill>
                  <a:srgbClr val="526879"/>
                </a:solidFill>
                <a:latin typeface="Arial"/>
                <a:ea typeface="Arial"/>
                <a:cs typeface="Arial"/>
              </a:defRPr>
            </a:lvl7pPr>
            <a:lvl8pPr algn="r">
              <a:defRPr sz="1125" b="1">
                <a:solidFill>
                  <a:srgbClr val="526879"/>
                </a:solidFill>
                <a:latin typeface="Arial"/>
                <a:ea typeface="Arial"/>
                <a:cs typeface="Arial"/>
              </a:defRPr>
            </a:lvl8pPr>
            <a:lvl9pPr algn="r">
              <a:defRPr sz="1125" b="1">
                <a:solidFill>
                  <a:srgbClr val="526879"/>
                </a:solidFill>
                <a:latin typeface="Arial"/>
                <a:ea typeface="Arial"/>
                <a:cs typeface="Arial"/>
              </a:defRPr>
            </a:lvl9pPr>
          </a:lstStyle>
          <a:p xmlns:a="http://schemas.openxmlformats.org/drawingml/2006/main">
            <a:pPr algn="r">
              <a:defRPr sz="1125" b="1">
                <a:solidFill>
                  <a:srgbClr val="526879"/>
                </a:solidFill>
                <a:latin typeface="Arial"/>
                <a:ea typeface="Arial"/>
                <a:cs typeface="Arial"/>
              </a:defRPr>
            </a:pPr>
            <a:r>
              <a:rPr sz="1125" b="1">
                <a:solidFill>
                  <a:srgbClr val="526879"/>
                </a:solidFill>
                <a:latin typeface="Arial"/>
                <a:ea typeface="Arial"/>
                <a:cs typeface="Arial"/>
              </a:rPr>
              <a:t>03 / 08</a:t>
            </a:r>
          </a:p>
        </p:txBody>
      </p:sp>
      <p:sp>
        <p:nvSpPr>
          <p:cNvPr id="4" name="">
            <a:extLst xmlns:a="http://schemas.openxmlformats.org/drawingml/2006/main">
              <a:ext uri="{FF2B5EF4-FFF2-40B4-BE49-F238E27FC236}">
                <a16:creationId xmlns:a16="http://schemas.microsoft.com/office/drawing/2014/main" id="{8D16DEA2-B512-44F3-AC1D-9671C094F6B7}"/>
              </a:ext>
            </a:extLst>
          </p:cNvPr>
          <p:cNvSpPr>
            <a:spLocks xmlns:a="http://schemas.openxmlformats.org/drawingml/2006/main" noGrp="1"/>
          </p:cNvSpPr>
          <p:nvPr/>
        </p:nvSpPr>
        <p:spPr>
          <a:xfrm xmlns:a="http://schemas.openxmlformats.org/drawingml/2006/main">
            <a:off x="685800" y="1304925"/>
            <a:ext cx="742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02235"/>
                </a:solidFill>
                <a:latin typeface="Arial"/>
                <a:ea typeface="Arial"/>
                <a:cs typeface="Arial"/>
              </a:defRPr>
            </a:defPPr>
            <a:lvl1pPr algn="l">
              <a:defRPr sz="1875" b="1">
                <a:solidFill>
                  <a:srgbClr val="102235"/>
                </a:solidFill>
                <a:latin typeface="Arial"/>
                <a:ea typeface="Arial"/>
                <a:cs typeface="Arial"/>
              </a:defRPr>
            </a:lvl1pPr>
            <a:lvl2pPr algn="l">
              <a:defRPr sz="1875" b="1">
                <a:solidFill>
                  <a:srgbClr val="102235"/>
                </a:solidFill>
                <a:latin typeface="Arial"/>
                <a:ea typeface="Arial"/>
                <a:cs typeface="Arial"/>
              </a:defRPr>
            </a:lvl2pPr>
            <a:lvl3pPr algn="l">
              <a:defRPr sz="1875" b="1">
                <a:solidFill>
                  <a:srgbClr val="102235"/>
                </a:solidFill>
                <a:latin typeface="Arial"/>
                <a:ea typeface="Arial"/>
                <a:cs typeface="Arial"/>
              </a:defRPr>
            </a:lvl3pPr>
            <a:lvl4pPr algn="l">
              <a:defRPr sz="1875" b="1">
                <a:solidFill>
                  <a:srgbClr val="102235"/>
                </a:solidFill>
                <a:latin typeface="Arial"/>
                <a:ea typeface="Arial"/>
                <a:cs typeface="Arial"/>
              </a:defRPr>
            </a:lvl4pPr>
            <a:lvl5pPr algn="l">
              <a:defRPr sz="1875" b="1">
                <a:solidFill>
                  <a:srgbClr val="102235"/>
                </a:solidFill>
                <a:latin typeface="Arial"/>
                <a:ea typeface="Arial"/>
                <a:cs typeface="Arial"/>
              </a:defRPr>
            </a:lvl5pPr>
            <a:lvl6pPr algn="l">
              <a:defRPr sz="1875" b="1">
                <a:solidFill>
                  <a:srgbClr val="102235"/>
                </a:solidFill>
                <a:latin typeface="Arial"/>
                <a:ea typeface="Arial"/>
                <a:cs typeface="Arial"/>
              </a:defRPr>
            </a:lvl6pPr>
            <a:lvl7pPr algn="l">
              <a:defRPr sz="1875" b="1">
                <a:solidFill>
                  <a:srgbClr val="102235"/>
                </a:solidFill>
                <a:latin typeface="Arial"/>
                <a:ea typeface="Arial"/>
                <a:cs typeface="Arial"/>
              </a:defRPr>
            </a:lvl7pPr>
            <a:lvl8pPr algn="l">
              <a:defRPr sz="1875" b="1">
                <a:solidFill>
                  <a:srgbClr val="102235"/>
                </a:solidFill>
                <a:latin typeface="Arial"/>
                <a:ea typeface="Arial"/>
                <a:cs typeface="Arial"/>
              </a:defRPr>
            </a:lvl8pPr>
            <a:lvl9pPr algn="l">
              <a:defRPr sz="1875" b="1">
                <a:solidFill>
                  <a:srgbClr val="102235"/>
                </a:solidFill>
                <a:latin typeface="Arial"/>
                <a:ea typeface="Arial"/>
                <a:cs typeface="Arial"/>
              </a:defRPr>
            </a:lvl9pPr>
          </a:lstStyle>
          <a:p xmlns:a="http://schemas.openxmlformats.org/drawingml/2006/main">
            <a:pPr algn="l">
              <a:defRPr sz="1875" b="1">
                <a:solidFill>
                  <a:srgbClr val="102235"/>
                </a:solidFill>
                <a:latin typeface="Arial"/>
                <a:ea typeface="Arial"/>
                <a:cs typeface="Arial"/>
              </a:defRPr>
            </a:pPr>
            <a:r>
              <a:rPr sz="1875" b="1">
                <a:solidFill>
                  <a:srgbClr val="102235"/>
                </a:solidFill>
                <a:latin typeface="Arial"/>
                <a:ea typeface="Arial"/>
                <a:cs typeface="Arial"/>
              </a:rPr>
              <a:t>Tenant Microsoft Entra ID del proyecto</a:t>
            </a:r>
          </a:p>
        </p:txBody>
      </p:sp>
      <p:sp>
        <p:nvSpPr>
          <p:cNvPr id="5" name="">
            <a:extLst xmlns:a="http://schemas.openxmlformats.org/drawingml/2006/main">
              <a:ext uri="{FF2B5EF4-FFF2-40B4-BE49-F238E27FC236}">
                <a16:creationId xmlns:a16="http://schemas.microsoft.com/office/drawing/2014/main" id="{2CCB3029-A8EC-4FDC-B750-363798F2CAEC}"/>
              </a:ext>
            </a:extLst>
          </p:cNvPr>
          <p:cNvSpPr>
            <a:spLocks xmlns:a="http://schemas.openxmlformats.org/drawingml/2006/main" noGrp="1"/>
          </p:cNvSpPr>
          <p:nvPr/>
        </p:nvSpPr>
        <p:spPr>
          <a:xfrm xmlns:a="http://schemas.openxmlformats.org/drawingml/2006/main">
            <a:off x="666750" y="2095500"/>
            <a:ext cx="2333625"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6" name="">
            <a:extLst xmlns:a="http://schemas.openxmlformats.org/drawingml/2006/main">
              <a:ext uri="{FF2B5EF4-FFF2-40B4-BE49-F238E27FC236}">
                <a16:creationId xmlns:a16="http://schemas.microsoft.com/office/drawing/2014/main" id="{6C6E3AF9-5D66-47E6-A0D0-F1160AB00A8C}"/>
              </a:ext>
            </a:extLst>
          </p:cNvPr>
          <p:cNvSpPr>
            <a:spLocks xmlns:a="http://schemas.openxmlformats.org/drawingml/2006/main" noGrp="1"/>
          </p:cNvSpPr>
          <p:nvPr/>
        </p:nvSpPr>
        <p:spPr>
          <a:xfrm xmlns:a="http://schemas.openxmlformats.org/drawingml/2006/main">
            <a:off x="819150" y="2247900"/>
            <a:ext cx="342900" cy="342900"/>
          </a:xfrm>
          <a:prstGeom xmlns:a="http://schemas.openxmlformats.org/drawingml/2006/main" prst="rect">
            <a:avLst/>
          </a:prstGeom>
          <a:solidFill xmlns:a="http://schemas.openxmlformats.org/drawingml/2006/main">
            <a:srgbClr val="078C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E9CC16C-9FF0-45EC-BBDE-E4BAC13CA0C5}"/>
              </a:ext>
            </a:extLst>
          </p:cNvPr>
          <p:cNvSpPr>
            <a:spLocks xmlns:a="http://schemas.openxmlformats.org/drawingml/2006/main" noGrp="1"/>
          </p:cNvSpPr>
          <p:nvPr/>
        </p:nvSpPr>
        <p:spPr>
          <a:xfrm xmlns:a="http://schemas.openxmlformats.org/drawingml/2006/main">
            <a:off x="819150" y="22479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14E9DCA5-C232-4140-8D98-55EECB3FDDE0}"/>
              </a:ext>
            </a:extLst>
          </p:cNvPr>
          <p:cNvSpPr>
            <a:spLocks xmlns:a="http://schemas.openxmlformats.org/drawingml/2006/main" noGrp="1"/>
          </p:cNvSpPr>
          <p:nvPr/>
        </p:nvSpPr>
        <p:spPr>
          <a:xfrm xmlns:a="http://schemas.openxmlformats.org/drawingml/2006/main">
            <a:off x="1276350" y="22479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App registrada</a:t>
            </a:r>
          </a:p>
        </p:txBody>
      </p:sp>
      <p:sp>
        <p:nvSpPr>
          <p:cNvPr id="9" name="">
            <a:extLst xmlns:a="http://schemas.openxmlformats.org/drawingml/2006/main">
              <a:ext uri="{FF2B5EF4-FFF2-40B4-BE49-F238E27FC236}">
                <a16:creationId xmlns:a16="http://schemas.microsoft.com/office/drawing/2014/main" id="{B218DC93-CD3D-4F4E-ABD8-8465BBBFEDA5}"/>
              </a:ext>
            </a:extLst>
          </p:cNvPr>
          <p:cNvSpPr>
            <a:spLocks xmlns:a="http://schemas.openxmlformats.org/drawingml/2006/main" noGrp="1"/>
          </p:cNvSpPr>
          <p:nvPr/>
        </p:nvSpPr>
        <p:spPr>
          <a:xfrm xmlns:a="http://schemas.openxmlformats.org/drawingml/2006/main">
            <a:off x="838200" y="2771775"/>
            <a:ext cx="2000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26879"/>
                </a:solidFill>
                <a:latin typeface="Arial"/>
                <a:ea typeface="Arial"/>
                <a:cs typeface="Arial"/>
              </a:defRPr>
            </a:defPPr>
            <a:lvl1pPr algn="l">
              <a:defRPr sz="1275" b="0">
                <a:solidFill>
                  <a:srgbClr val="526879"/>
                </a:solidFill>
                <a:latin typeface="Arial"/>
                <a:ea typeface="Arial"/>
                <a:cs typeface="Arial"/>
              </a:defRPr>
            </a:lvl1pPr>
            <a:lvl2pPr algn="l">
              <a:defRPr sz="1275" b="0">
                <a:solidFill>
                  <a:srgbClr val="526879"/>
                </a:solidFill>
                <a:latin typeface="Arial"/>
                <a:ea typeface="Arial"/>
                <a:cs typeface="Arial"/>
              </a:defRPr>
            </a:lvl2pPr>
            <a:lvl3pPr algn="l">
              <a:defRPr sz="1275" b="0">
                <a:solidFill>
                  <a:srgbClr val="526879"/>
                </a:solidFill>
                <a:latin typeface="Arial"/>
                <a:ea typeface="Arial"/>
                <a:cs typeface="Arial"/>
              </a:defRPr>
            </a:lvl3pPr>
            <a:lvl4pPr algn="l">
              <a:defRPr sz="1275" b="0">
                <a:solidFill>
                  <a:srgbClr val="526879"/>
                </a:solidFill>
                <a:latin typeface="Arial"/>
                <a:ea typeface="Arial"/>
                <a:cs typeface="Arial"/>
              </a:defRPr>
            </a:lvl4pPr>
            <a:lvl5pPr algn="l">
              <a:defRPr sz="1275" b="0">
                <a:solidFill>
                  <a:srgbClr val="526879"/>
                </a:solidFill>
                <a:latin typeface="Arial"/>
                <a:ea typeface="Arial"/>
                <a:cs typeface="Arial"/>
              </a:defRPr>
            </a:lvl5pPr>
            <a:lvl6pPr algn="l">
              <a:defRPr sz="1275" b="0">
                <a:solidFill>
                  <a:srgbClr val="526879"/>
                </a:solidFill>
                <a:latin typeface="Arial"/>
                <a:ea typeface="Arial"/>
                <a:cs typeface="Arial"/>
              </a:defRPr>
            </a:lvl6pPr>
            <a:lvl7pPr algn="l">
              <a:defRPr sz="1275" b="0">
                <a:solidFill>
                  <a:srgbClr val="526879"/>
                </a:solidFill>
                <a:latin typeface="Arial"/>
                <a:ea typeface="Arial"/>
                <a:cs typeface="Arial"/>
              </a:defRPr>
            </a:lvl7pPr>
            <a:lvl8pPr algn="l">
              <a:defRPr sz="1275" b="0">
                <a:solidFill>
                  <a:srgbClr val="526879"/>
                </a:solidFill>
                <a:latin typeface="Arial"/>
                <a:ea typeface="Arial"/>
                <a:cs typeface="Arial"/>
              </a:defRPr>
            </a:lvl8pPr>
            <a:lvl9pPr algn="l">
              <a:defRPr sz="1275" b="0">
                <a:solidFill>
                  <a:srgbClr val="526879"/>
                </a:solidFill>
                <a:latin typeface="Arial"/>
                <a:ea typeface="Arial"/>
                <a:cs typeface="Arial"/>
              </a:defRPr>
            </a:lvl9pPr>
          </a:lstStyle>
          <a:p xmlns:a="http://schemas.openxmlformats.org/drawingml/2006/main">
            <a:pPr algn="l">
              <a:defRPr sz="1275" b="0">
                <a:solidFill>
                  <a:srgbClr val="526879"/>
                </a:solidFill>
                <a:latin typeface="Arial"/>
                <a:ea typeface="Arial"/>
                <a:cs typeface="Arial"/>
              </a:defRPr>
            </a:pPr>
            <a:r>
              <a:rPr sz="1275" b="0">
                <a:solidFill>
                  <a:srgbClr val="526879"/>
                </a:solidFill>
                <a:latin typeface="Arial"/>
                <a:ea typeface="Arial"/>
                <a:cs typeface="Arial"/>
              </a:rPr>
              <a:t>SPA · redirect URI HTTPS</a:t>
            </a:r>
          </a:p>
        </p:txBody>
      </p:sp>
      <p:sp>
        <p:nvSpPr>
          <p:cNvPr id="10" name="">
            <a:extLst xmlns:a="http://schemas.openxmlformats.org/drawingml/2006/main">
              <a:ext uri="{FF2B5EF4-FFF2-40B4-BE49-F238E27FC236}">
                <a16:creationId xmlns:a16="http://schemas.microsoft.com/office/drawing/2014/main" id="{2B3C5465-1676-44F8-856F-59BA7343CEF1}"/>
              </a:ext>
            </a:extLst>
          </p:cNvPr>
          <p:cNvSpPr>
            <a:spLocks xmlns:a="http://schemas.openxmlformats.org/drawingml/2006/main" noGrp="1"/>
          </p:cNvSpPr>
          <p:nvPr/>
        </p:nvSpPr>
        <p:spPr>
          <a:xfrm xmlns:a="http://schemas.openxmlformats.org/drawingml/2006/main">
            <a:off x="3476625" y="2095500"/>
            <a:ext cx="2333625"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11" name="">
            <a:extLst xmlns:a="http://schemas.openxmlformats.org/drawingml/2006/main">
              <a:ext uri="{FF2B5EF4-FFF2-40B4-BE49-F238E27FC236}">
                <a16:creationId xmlns:a16="http://schemas.microsoft.com/office/drawing/2014/main" id="{96225482-2863-43CA-9658-9BDF42D99F30}"/>
              </a:ext>
            </a:extLst>
          </p:cNvPr>
          <p:cNvSpPr>
            <a:spLocks xmlns:a="http://schemas.openxmlformats.org/drawingml/2006/main" noGrp="1"/>
          </p:cNvSpPr>
          <p:nvPr/>
        </p:nvSpPr>
        <p:spPr>
          <a:xfrm xmlns:a="http://schemas.openxmlformats.org/drawingml/2006/main">
            <a:off x="3629025" y="2247900"/>
            <a:ext cx="342900" cy="342900"/>
          </a:xfrm>
          <a:prstGeom xmlns:a="http://schemas.openxmlformats.org/drawingml/2006/main" prst="rect">
            <a:avLst/>
          </a:prstGeom>
          <a:solidFill xmlns:a="http://schemas.openxmlformats.org/drawingml/2006/main">
            <a:srgbClr val="078C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9C20B30-117E-4862-8ED6-4E0DB39E4A75}"/>
              </a:ext>
            </a:extLst>
          </p:cNvPr>
          <p:cNvSpPr>
            <a:spLocks xmlns:a="http://schemas.openxmlformats.org/drawingml/2006/main" noGrp="1"/>
          </p:cNvSpPr>
          <p:nvPr/>
        </p:nvSpPr>
        <p:spPr>
          <a:xfrm xmlns:a="http://schemas.openxmlformats.org/drawingml/2006/main">
            <a:off x="3629025" y="22479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CDA7964A-A484-43B2-B336-B9F62E975CB7}"/>
              </a:ext>
            </a:extLst>
          </p:cNvPr>
          <p:cNvSpPr>
            <a:spLocks xmlns:a="http://schemas.openxmlformats.org/drawingml/2006/main" noGrp="1"/>
          </p:cNvSpPr>
          <p:nvPr/>
        </p:nvSpPr>
        <p:spPr>
          <a:xfrm xmlns:a="http://schemas.openxmlformats.org/drawingml/2006/main">
            <a:off x="4086225" y="22479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MSAL</a:t>
            </a:r>
          </a:p>
        </p:txBody>
      </p:sp>
      <p:sp>
        <p:nvSpPr>
          <p:cNvPr id="14" name="">
            <a:extLst xmlns:a="http://schemas.openxmlformats.org/drawingml/2006/main">
              <a:ext uri="{FF2B5EF4-FFF2-40B4-BE49-F238E27FC236}">
                <a16:creationId xmlns:a16="http://schemas.microsoft.com/office/drawing/2014/main" id="{7EF5F8EE-CF83-4A89-A4DC-AF4D72C8C3FA}"/>
              </a:ext>
            </a:extLst>
          </p:cNvPr>
          <p:cNvSpPr>
            <a:spLocks xmlns:a="http://schemas.openxmlformats.org/drawingml/2006/main" noGrp="1"/>
          </p:cNvSpPr>
          <p:nvPr/>
        </p:nvSpPr>
        <p:spPr>
          <a:xfrm xmlns:a="http://schemas.openxmlformats.org/drawingml/2006/main">
            <a:off x="3648075" y="2771775"/>
            <a:ext cx="2000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26879"/>
                </a:solidFill>
                <a:latin typeface="Arial"/>
                <a:ea typeface="Arial"/>
                <a:cs typeface="Arial"/>
              </a:defRPr>
            </a:defPPr>
            <a:lvl1pPr algn="l">
              <a:defRPr sz="1275" b="0">
                <a:solidFill>
                  <a:srgbClr val="526879"/>
                </a:solidFill>
                <a:latin typeface="Arial"/>
                <a:ea typeface="Arial"/>
                <a:cs typeface="Arial"/>
              </a:defRPr>
            </a:lvl1pPr>
            <a:lvl2pPr algn="l">
              <a:defRPr sz="1275" b="0">
                <a:solidFill>
                  <a:srgbClr val="526879"/>
                </a:solidFill>
                <a:latin typeface="Arial"/>
                <a:ea typeface="Arial"/>
                <a:cs typeface="Arial"/>
              </a:defRPr>
            </a:lvl2pPr>
            <a:lvl3pPr algn="l">
              <a:defRPr sz="1275" b="0">
                <a:solidFill>
                  <a:srgbClr val="526879"/>
                </a:solidFill>
                <a:latin typeface="Arial"/>
                <a:ea typeface="Arial"/>
                <a:cs typeface="Arial"/>
              </a:defRPr>
            </a:lvl3pPr>
            <a:lvl4pPr algn="l">
              <a:defRPr sz="1275" b="0">
                <a:solidFill>
                  <a:srgbClr val="526879"/>
                </a:solidFill>
                <a:latin typeface="Arial"/>
                <a:ea typeface="Arial"/>
                <a:cs typeface="Arial"/>
              </a:defRPr>
            </a:lvl4pPr>
            <a:lvl5pPr algn="l">
              <a:defRPr sz="1275" b="0">
                <a:solidFill>
                  <a:srgbClr val="526879"/>
                </a:solidFill>
                <a:latin typeface="Arial"/>
                <a:ea typeface="Arial"/>
                <a:cs typeface="Arial"/>
              </a:defRPr>
            </a:lvl5pPr>
            <a:lvl6pPr algn="l">
              <a:defRPr sz="1275" b="0">
                <a:solidFill>
                  <a:srgbClr val="526879"/>
                </a:solidFill>
                <a:latin typeface="Arial"/>
                <a:ea typeface="Arial"/>
                <a:cs typeface="Arial"/>
              </a:defRPr>
            </a:lvl6pPr>
            <a:lvl7pPr algn="l">
              <a:defRPr sz="1275" b="0">
                <a:solidFill>
                  <a:srgbClr val="526879"/>
                </a:solidFill>
                <a:latin typeface="Arial"/>
                <a:ea typeface="Arial"/>
                <a:cs typeface="Arial"/>
              </a:defRPr>
            </a:lvl7pPr>
            <a:lvl8pPr algn="l">
              <a:defRPr sz="1275" b="0">
                <a:solidFill>
                  <a:srgbClr val="526879"/>
                </a:solidFill>
                <a:latin typeface="Arial"/>
                <a:ea typeface="Arial"/>
                <a:cs typeface="Arial"/>
              </a:defRPr>
            </a:lvl8pPr>
            <a:lvl9pPr algn="l">
              <a:defRPr sz="1275" b="0">
                <a:solidFill>
                  <a:srgbClr val="526879"/>
                </a:solidFill>
                <a:latin typeface="Arial"/>
                <a:ea typeface="Arial"/>
                <a:cs typeface="Arial"/>
              </a:defRPr>
            </a:lvl9pPr>
          </a:lstStyle>
          <a:p xmlns:a="http://schemas.openxmlformats.org/drawingml/2006/main">
            <a:pPr algn="l">
              <a:defRPr sz="1275" b="0">
                <a:solidFill>
                  <a:srgbClr val="526879"/>
                </a:solidFill>
                <a:latin typeface="Arial"/>
                <a:ea typeface="Arial"/>
                <a:cs typeface="Arial"/>
              </a:defRPr>
            </a:pPr>
            <a:r>
              <a:rPr sz="1275" b="0">
                <a:solidFill>
                  <a:srgbClr val="526879"/>
                </a:solidFill>
                <a:latin typeface="Arial"/>
                <a:ea typeface="Arial"/>
                <a:cs typeface="Arial"/>
              </a:rPr>
              <a:t>Inicio de sesión OIDC</a:t>
            </a:r>
          </a:p>
        </p:txBody>
      </p:sp>
      <p:sp>
        <p:nvSpPr>
          <p:cNvPr id="15" name="">
            <a:extLst xmlns:a="http://schemas.openxmlformats.org/drawingml/2006/main">
              <a:ext uri="{FF2B5EF4-FFF2-40B4-BE49-F238E27FC236}">
                <a16:creationId xmlns:a16="http://schemas.microsoft.com/office/drawing/2014/main" id="{38107C88-806D-454F-8917-2A5C0D1FCDC0}"/>
              </a:ext>
            </a:extLst>
          </p:cNvPr>
          <p:cNvSpPr>
            <a:spLocks xmlns:a="http://schemas.openxmlformats.org/drawingml/2006/main" noGrp="1"/>
          </p:cNvSpPr>
          <p:nvPr/>
        </p:nvSpPr>
        <p:spPr>
          <a:xfrm xmlns:a="http://schemas.openxmlformats.org/drawingml/2006/main">
            <a:off x="6286500" y="2095500"/>
            <a:ext cx="2333625"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16" name="">
            <a:extLst xmlns:a="http://schemas.openxmlformats.org/drawingml/2006/main">
              <a:ext uri="{FF2B5EF4-FFF2-40B4-BE49-F238E27FC236}">
                <a16:creationId xmlns:a16="http://schemas.microsoft.com/office/drawing/2014/main" id="{EC67905F-3154-4FD8-A000-3E106387809F}"/>
              </a:ext>
            </a:extLst>
          </p:cNvPr>
          <p:cNvSpPr>
            <a:spLocks xmlns:a="http://schemas.openxmlformats.org/drawingml/2006/main" noGrp="1"/>
          </p:cNvSpPr>
          <p:nvPr/>
        </p:nvSpPr>
        <p:spPr>
          <a:xfrm xmlns:a="http://schemas.openxmlformats.org/drawingml/2006/main">
            <a:off x="6438900" y="2247900"/>
            <a:ext cx="342900" cy="342900"/>
          </a:xfrm>
          <a:prstGeom xmlns:a="http://schemas.openxmlformats.org/drawingml/2006/main" prst="rect">
            <a:avLst/>
          </a:prstGeom>
          <a:solidFill xmlns:a="http://schemas.openxmlformats.org/drawingml/2006/main">
            <a:srgbClr val="E798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90C7942-A8B9-4445-B05C-2F76D055DED5}"/>
              </a:ext>
            </a:extLst>
          </p:cNvPr>
          <p:cNvSpPr>
            <a:spLocks xmlns:a="http://schemas.openxmlformats.org/drawingml/2006/main" noGrp="1"/>
          </p:cNvSpPr>
          <p:nvPr/>
        </p:nvSpPr>
        <p:spPr>
          <a:xfrm xmlns:a="http://schemas.openxmlformats.org/drawingml/2006/main">
            <a:off x="6438900" y="22479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4A69E17B-7870-4F33-9BDB-662579C73DAB}"/>
              </a:ext>
            </a:extLst>
          </p:cNvPr>
          <p:cNvSpPr>
            <a:spLocks xmlns:a="http://schemas.openxmlformats.org/drawingml/2006/main" noGrp="1"/>
          </p:cNvSpPr>
          <p:nvPr/>
        </p:nvSpPr>
        <p:spPr>
          <a:xfrm xmlns:a="http://schemas.openxmlformats.org/drawingml/2006/main">
            <a:off x="6896100" y="22479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4859"/>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Authorization Code</a:t>
            </a:r>
          </a:p>
        </p:txBody>
      </p:sp>
      <p:sp>
        <p:nvSpPr>
          <p:cNvPr id="19" name="">
            <a:extLst xmlns:a="http://schemas.openxmlformats.org/drawingml/2006/main">
              <a:ext uri="{FF2B5EF4-FFF2-40B4-BE49-F238E27FC236}">
                <a16:creationId xmlns:a16="http://schemas.microsoft.com/office/drawing/2014/main" id="{10769319-B934-421A-A83F-2B0C11A178A2}"/>
              </a:ext>
            </a:extLst>
          </p:cNvPr>
          <p:cNvSpPr>
            <a:spLocks xmlns:a="http://schemas.openxmlformats.org/drawingml/2006/main" noGrp="1"/>
          </p:cNvSpPr>
          <p:nvPr/>
        </p:nvSpPr>
        <p:spPr>
          <a:xfrm xmlns:a="http://schemas.openxmlformats.org/drawingml/2006/main">
            <a:off x="6457950" y="2771775"/>
            <a:ext cx="2000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26879"/>
                </a:solidFill>
                <a:latin typeface="Arial"/>
                <a:ea typeface="Arial"/>
                <a:cs typeface="Arial"/>
              </a:defRPr>
            </a:defPPr>
            <a:lvl1pPr algn="l">
              <a:defRPr sz="1275" b="0">
                <a:solidFill>
                  <a:srgbClr val="526879"/>
                </a:solidFill>
                <a:latin typeface="Arial"/>
                <a:ea typeface="Arial"/>
                <a:cs typeface="Arial"/>
              </a:defRPr>
            </a:lvl1pPr>
            <a:lvl2pPr algn="l">
              <a:defRPr sz="1275" b="0">
                <a:solidFill>
                  <a:srgbClr val="526879"/>
                </a:solidFill>
                <a:latin typeface="Arial"/>
                <a:ea typeface="Arial"/>
                <a:cs typeface="Arial"/>
              </a:defRPr>
            </a:lvl2pPr>
            <a:lvl3pPr algn="l">
              <a:defRPr sz="1275" b="0">
                <a:solidFill>
                  <a:srgbClr val="526879"/>
                </a:solidFill>
                <a:latin typeface="Arial"/>
                <a:ea typeface="Arial"/>
                <a:cs typeface="Arial"/>
              </a:defRPr>
            </a:lvl3pPr>
            <a:lvl4pPr algn="l">
              <a:defRPr sz="1275" b="0">
                <a:solidFill>
                  <a:srgbClr val="526879"/>
                </a:solidFill>
                <a:latin typeface="Arial"/>
                <a:ea typeface="Arial"/>
                <a:cs typeface="Arial"/>
              </a:defRPr>
            </a:lvl4pPr>
            <a:lvl5pPr algn="l">
              <a:defRPr sz="1275" b="0">
                <a:solidFill>
                  <a:srgbClr val="526879"/>
                </a:solidFill>
                <a:latin typeface="Arial"/>
                <a:ea typeface="Arial"/>
                <a:cs typeface="Arial"/>
              </a:defRPr>
            </a:lvl5pPr>
            <a:lvl6pPr algn="l">
              <a:defRPr sz="1275" b="0">
                <a:solidFill>
                  <a:srgbClr val="526879"/>
                </a:solidFill>
                <a:latin typeface="Arial"/>
                <a:ea typeface="Arial"/>
                <a:cs typeface="Arial"/>
              </a:defRPr>
            </a:lvl6pPr>
            <a:lvl7pPr algn="l">
              <a:defRPr sz="1275" b="0">
                <a:solidFill>
                  <a:srgbClr val="526879"/>
                </a:solidFill>
                <a:latin typeface="Arial"/>
                <a:ea typeface="Arial"/>
                <a:cs typeface="Arial"/>
              </a:defRPr>
            </a:lvl7pPr>
            <a:lvl8pPr algn="l">
              <a:defRPr sz="1275" b="0">
                <a:solidFill>
                  <a:srgbClr val="526879"/>
                </a:solidFill>
                <a:latin typeface="Arial"/>
                <a:ea typeface="Arial"/>
                <a:cs typeface="Arial"/>
              </a:defRPr>
            </a:lvl8pPr>
            <a:lvl9pPr algn="l">
              <a:defRPr sz="1275" b="0">
                <a:solidFill>
                  <a:srgbClr val="526879"/>
                </a:solidFill>
                <a:latin typeface="Arial"/>
                <a:ea typeface="Arial"/>
                <a:cs typeface="Arial"/>
              </a:defRPr>
            </a:lvl9pPr>
          </a:lstStyle>
          <a:p xmlns:a="http://schemas.openxmlformats.org/drawingml/2006/main">
            <a:pPr algn="l">
              <a:defRPr sz="1275" b="0">
                <a:solidFill>
                  <a:srgbClr val="526879"/>
                </a:solidFill>
                <a:latin typeface="Arial"/>
                <a:ea typeface="Arial"/>
                <a:cs typeface="Arial"/>
              </a:defRPr>
            </a:pPr>
            <a:r>
              <a:rPr sz="1275" b="0">
                <a:solidFill>
                  <a:srgbClr val="526879"/>
                </a:solidFill>
                <a:latin typeface="Arial"/>
                <a:ea typeface="Arial"/>
                <a:cs typeface="Arial"/>
              </a:rPr>
              <a:t>PKCE protege el flujo</a:t>
            </a:r>
          </a:p>
        </p:txBody>
      </p:sp>
      <p:sp>
        <p:nvSpPr>
          <p:cNvPr id="20" name="">
            <a:extLst xmlns:a="http://schemas.openxmlformats.org/drawingml/2006/main">
              <a:ext uri="{FF2B5EF4-FFF2-40B4-BE49-F238E27FC236}">
                <a16:creationId xmlns:a16="http://schemas.microsoft.com/office/drawing/2014/main" id="{5540056C-0B35-43C1-93F2-3A065F8FD0B7}"/>
              </a:ext>
            </a:extLst>
          </p:cNvPr>
          <p:cNvSpPr>
            <a:spLocks xmlns:a="http://schemas.openxmlformats.org/drawingml/2006/main" noGrp="1"/>
          </p:cNvSpPr>
          <p:nvPr/>
        </p:nvSpPr>
        <p:spPr>
          <a:xfrm xmlns:a="http://schemas.openxmlformats.org/drawingml/2006/main">
            <a:off x="9096375" y="2095500"/>
            <a:ext cx="2333625"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21" name="">
            <a:extLst xmlns:a="http://schemas.openxmlformats.org/drawingml/2006/main">
              <a:ext uri="{FF2B5EF4-FFF2-40B4-BE49-F238E27FC236}">
                <a16:creationId xmlns:a16="http://schemas.microsoft.com/office/drawing/2014/main" id="{6D2C5C81-746C-4D3C-8256-FB5B9F8A7DD8}"/>
              </a:ext>
            </a:extLst>
          </p:cNvPr>
          <p:cNvSpPr>
            <a:spLocks xmlns:a="http://schemas.openxmlformats.org/drawingml/2006/main" noGrp="1"/>
          </p:cNvSpPr>
          <p:nvPr/>
        </p:nvSpPr>
        <p:spPr>
          <a:xfrm xmlns:a="http://schemas.openxmlformats.org/drawingml/2006/main">
            <a:off x="9248775" y="2247900"/>
            <a:ext cx="342900" cy="342900"/>
          </a:xfrm>
          <a:prstGeom xmlns:a="http://schemas.openxmlformats.org/drawingml/2006/main" prst="rect">
            <a:avLst/>
          </a:prstGeom>
          <a:solidFill xmlns:a="http://schemas.openxmlformats.org/drawingml/2006/main">
            <a:srgbClr val="078C8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6FDD7EC-B475-4222-A16A-6F86A2E87315}"/>
              </a:ext>
            </a:extLst>
          </p:cNvPr>
          <p:cNvSpPr>
            <a:spLocks xmlns:a="http://schemas.openxmlformats.org/drawingml/2006/main" noGrp="1"/>
          </p:cNvSpPr>
          <p:nvPr/>
        </p:nvSpPr>
        <p:spPr>
          <a:xfrm xmlns:a="http://schemas.openxmlformats.org/drawingml/2006/main">
            <a:off x="9248775" y="22479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A085438C-A044-48EB-9710-4175D2C0EA2D}"/>
              </a:ext>
            </a:extLst>
          </p:cNvPr>
          <p:cNvSpPr>
            <a:spLocks xmlns:a="http://schemas.openxmlformats.org/drawingml/2006/main" noGrp="1"/>
          </p:cNvSpPr>
          <p:nvPr/>
        </p:nvSpPr>
        <p:spPr>
          <a:xfrm xmlns:a="http://schemas.openxmlformats.org/drawingml/2006/main">
            <a:off x="9705975" y="22479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JWT</a:t>
            </a:r>
          </a:p>
        </p:txBody>
      </p:sp>
      <p:sp>
        <p:nvSpPr>
          <p:cNvPr id="24" name="">
            <a:extLst xmlns:a="http://schemas.openxmlformats.org/drawingml/2006/main">
              <a:ext uri="{FF2B5EF4-FFF2-40B4-BE49-F238E27FC236}">
                <a16:creationId xmlns:a16="http://schemas.microsoft.com/office/drawing/2014/main" id="{760E6E0E-A27F-4AED-88BD-FF83E9723C11}"/>
              </a:ext>
            </a:extLst>
          </p:cNvPr>
          <p:cNvSpPr>
            <a:spLocks xmlns:a="http://schemas.openxmlformats.org/drawingml/2006/main" noGrp="1"/>
          </p:cNvSpPr>
          <p:nvPr/>
        </p:nvSpPr>
        <p:spPr>
          <a:xfrm xmlns:a="http://schemas.openxmlformats.org/drawingml/2006/main">
            <a:off x="9267825" y="2771775"/>
            <a:ext cx="2000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26879"/>
                </a:solidFill>
                <a:latin typeface="Arial"/>
                <a:ea typeface="Arial"/>
                <a:cs typeface="Arial"/>
              </a:defRPr>
            </a:defPPr>
            <a:lvl1pPr algn="l">
              <a:defRPr sz="1275" b="0">
                <a:solidFill>
                  <a:srgbClr val="526879"/>
                </a:solidFill>
                <a:latin typeface="Arial"/>
                <a:ea typeface="Arial"/>
                <a:cs typeface="Arial"/>
              </a:defRPr>
            </a:lvl1pPr>
            <a:lvl2pPr algn="l">
              <a:defRPr sz="1275" b="0">
                <a:solidFill>
                  <a:srgbClr val="526879"/>
                </a:solidFill>
                <a:latin typeface="Arial"/>
                <a:ea typeface="Arial"/>
                <a:cs typeface="Arial"/>
              </a:defRPr>
            </a:lvl2pPr>
            <a:lvl3pPr algn="l">
              <a:defRPr sz="1275" b="0">
                <a:solidFill>
                  <a:srgbClr val="526879"/>
                </a:solidFill>
                <a:latin typeface="Arial"/>
                <a:ea typeface="Arial"/>
                <a:cs typeface="Arial"/>
              </a:defRPr>
            </a:lvl3pPr>
            <a:lvl4pPr algn="l">
              <a:defRPr sz="1275" b="0">
                <a:solidFill>
                  <a:srgbClr val="526879"/>
                </a:solidFill>
                <a:latin typeface="Arial"/>
                <a:ea typeface="Arial"/>
                <a:cs typeface="Arial"/>
              </a:defRPr>
            </a:lvl4pPr>
            <a:lvl5pPr algn="l">
              <a:defRPr sz="1275" b="0">
                <a:solidFill>
                  <a:srgbClr val="526879"/>
                </a:solidFill>
                <a:latin typeface="Arial"/>
                <a:ea typeface="Arial"/>
                <a:cs typeface="Arial"/>
              </a:defRPr>
            </a:lvl5pPr>
            <a:lvl6pPr algn="l">
              <a:defRPr sz="1275" b="0">
                <a:solidFill>
                  <a:srgbClr val="526879"/>
                </a:solidFill>
                <a:latin typeface="Arial"/>
                <a:ea typeface="Arial"/>
                <a:cs typeface="Arial"/>
              </a:defRPr>
            </a:lvl6pPr>
            <a:lvl7pPr algn="l">
              <a:defRPr sz="1275" b="0">
                <a:solidFill>
                  <a:srgbClr val="526879"/>
                </a:solidFill>
                <a:latin typeface="Arial"/>
                <a:ea typeface="Arial"/>
                <a:cs typeface="Arial"/>
              </a:defRPr>
            </a:lvl7pPr>
            <a:lvl8pPr algn="l">
              <a:defRPr sz="1275" b="0">
                <a:solidFill>
                  <a:srgbClr val="526879"/>
                </a:solidFill>
                <a:latin typeface="Arial"/>
                <a:ea typeface="Arial"/>
                <a:cs typeface="Arial"/>
              </a:defRPr>
            </a:lvl8pPr>
            <a:lvl9pPr algn="l">
              <a:defRPr sz="1275" b="0">
                <a:solidFill>
                  <a:srgbClr val="526879"/>
                </a:solidFill>
                <a:latin typeface="Arial"/>
                <a:ea typeface="Arial"/>
                <a:cs typeface="Arial"/>
              </a:defRPr>
            </a:lvl9pPr>
          </a:lstStyle>
          <a:p xmlns:a="http://schemas.openxmlformats.org/drawingml/2006/main">
            <a:pPr algn="l">
              <a:defRPr sz="1275" b="0">
                <a:solidFill>
                  <a:srgbClr val="526879"/>
                </a:solidFill>
                <a:latin typeface="Arial"/>
                <a:ea typeface="Arial"/>
                <a:cs typeface="Arial"/>
              </a:defRPr>
            </a:pPr>
            <a:r>
              <a:rPr sz="1275" b="0">
                <a:solidFill>
                  <a:srgbClr val="526879"/>
                </a:solidFill>
                <a:latin typeface="Arial"/>
                <a:ea typeface="Arial"/>
                <a:cs typeface="Arial"/>
              </a:rPr>
              <a:t>Token enviado a la API</a:t>
            </a:r>
          </a:p>
        </p:txBody>
      </p:sp>
      <p:sp>
        <p:nvSpPr>
          <p:cNvPr id="28" name="">
            <a:extLst xmlns:a="http://schemas.openxmlformats.org/drawingml/2006/main">
              <a:ext uri="{FF2B5EF4-FFF2-40B4-BE49-F238E27FC236}">
                <a16:creationId xmlns:a16="http://schemas.microsoft.com/office/drawing/2014/main" id="{BD4D8D30-CA2D-444F-879C-469E2DCF59C9}"/>
              </a:ext>
            </a:extLst>
          </p:cNvPr>
          <p:cNvSpPr>
            <a:spLocks xmlns:a="http://schemas.openxmlformats.org/drawingml/2006/main" noGrp="1"/>
          </p:cNvSpPr>
          <p:nvPr/>
        </p:nvSpPr>
        <p:spPr>
          <a:xfrm xmlns:a="http://schemas.openxmlformats.org/drawingml/2006/main">
            <a:off x="685800" y="37814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Scopes de la API</a:t>
            </a:r>
          </a:p>
        </p:txBody>
      </p:sp>
      <p:sp>
        <p:nvSpPr>
          <p:cNvPr id="29" name="">
            <a:extLst xmlns:a="http://schemas.openxmlformats.org/drawingml/2006/main">
              <a:ext uri="{FF2B5EF4-FFF2-40B4-BE49-F238E27FC236}">
                <a16:creationId xmlns:a16="http://schemas.microsoft.com/office/drawing/2014/main" id="{7BFC681B-B279-4612-8BD0-F273FF812E30}"/>
              </a:ext>
            </a:extLst>
          </p:cNvPr>
          <p:cNvSpPr>
            <a:spLocks xmlns:a="http://schemas.openxmlformats.org/drawingml/2006/main" noGrp="1"/>
          </p:cNvSpPr>
          <p:nvPr/>
        </p:nvSpPr>
        <p:spPr>
          <a:xfrm xmlns:a="http://schemas.openxmlformats.org/drawingml/2006/main">
            <a:off x="685800" y="421957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172B3A"/>
                </a:solidFill>
                <a:latin typeface="Arial"/>
                <a:ea typeface="Arial"/>
                <a:cs typeface="Arial"/>
              </a:defRPr>
            </a:defPPr>
            <a:lvl1pPr algn="l">
              <a:defRPr sz="1500" b="0">
                <a:solidFill>
                  <a:srgbClr val="172B3A"/>
                </a:solidFill>
                <a:latin typeface="Arial"/>
                <a:ea typeface="Arial"/>
                <a:cs typeface="Arial"/>
              </a:defRPr>
            </a:lvl1pPr>
            <a:lvl2pPr algn="l">
              <a:defRPr sz="1500" b="0">
                <a:solidFill>
                  <a:srgbClr val="172B3A"/>
                </a:solidFill>
                <a:latin typeface="Arial"/>
                <a:ea typeface="Arial"/>
                <a:cs typeface="Arial"/>
              </a:defRPr>
            </a:lvl2pPr>
            <a:lvl3pPr algn="l">
              <a:defRPr sz="1500" b="0">
                <a:solidFill>
                  <a:srgbClr val="172B3A"/>
                </a:solidFill>
                <a:latin typeface="Arial"/>
                <a:ea typeface="Arial"/>
                <a:cs typeface="Arial"/>
              </a:defRPr>
            </a:lvl3pPr>
            <a:lvl4pPr algn="l">
              <a:defRPr sz="1500" b="0">
                <a:solidFill>
                  <a:srgbClr val="172B3A"/>
                </a:solidFill>
                <a:latin typeface="Arial"/>
                <a:ea typeface="Arial"/>
                <a:cs typeface="Arial"/>
              </a:defRPr>
            </a:lvl4pPr>
            <a:lvl5pPr algn="l">
              <a:defRPr sz="1500" b="0">
                <a:solidFill>
                  <a:srgbClr val="172B3A"/>
                </a:solidFill>
                <a:latin typeface="Arial"/>
                <a:ea typeface="Arial"/>
                <a:cs typeface="Arial"/>
              </a:defRPr>
            </a:lvl5pPr>
            <a:lvl6pPr algn="l">
              <a:defRPr sz="1500" b="0">
                <a:solidFill>
                  <a:srgbClr val="172B3A"/>
                </a:solidFill>
                <a:latin typeface="Arial"/>
                <a:ea typeface="Arial"/>
                <a:cs typeface="Arial"/>
              </a:defRPr>
            </a:lvl6pPr>
            <a:lvl7pPr algn="l">
              <a:defRPr sz="1500" b="0">
                <a:solidFill>
                  <a:srgbClr val="172B3A"/>
                </a:solidFill>
                <a:latin typeface="Arial"/>
                <a:ea typeface="Arial"/>
                <a:cs typeface="Arial"/>
              </a:defRPr>
            </a:lvl7pPr>
            <a:lvl8pPr algn="l">
              <a:defRPr sz="1500" b="0">
                <a:solidFill>
                  <a:srgbClr val="172B3A"/>
                </a:solidFill>
                <a:latin typeface="Arial"/>
                <a:ea typeface="Arial"/>
                <a:cs typeface="Arial"/>
              </a:defRPr>
            </a:lvl8pPr>
            <a:lvl9pPr algn="l">
              <a:defRPr sz="1500" b="0">
                <a:solidFill>
                  <a:srgbClr val="172B3A"/>
                </a:solidFill>
                <a:latin typeface="Arial"/>
                <a:ea typeface="Arial"/>
                <a:cs typeface="Arial"/>
              </a:defRPr>
            </a:lvl9pPr>
          </a:lstStyle>
          <a:p xmlns:a="http://schemas.openxmlformats.org/drawingml/2006/main">
            <a:pPr algn="l">
              <a:defRPr sz="1500" b="0">
                <a:solidFill>
                  <a:srgbClr val="172B3A"/>
                </a:solidFill>
                <a:latin typeface="Arial"/>
                <a:ea typeface="Arial"/>
                <a:cs typeface="Arial"/>
              </a:defRPr>
            </a:pPr>
            <a:r>
              <a:rPr sz="1500" b="0">
                <a:solidFill>
                  <a:srgbClr val="172B3A"/>
                </a:solidFill>
                <a:latin typeface="Arial"/>
                <a:ea typeface="Arial"/>
                <a:cs typeface="Arial"/>
              </a:rPr>
              <a:t>Users.Read  ·  Users.Write</a:t>
            </a:r>
          </a:p>
        </p:txBody>
      </p:sp>
      <p:sp>
        <p:nvSpPr>
          <p:cNvPr id="30" name="">
            <a:extLst xmlns:a="http://schemas.openxmlformats.org/drawingml/2006/main">
              <a:ext uri="{FF2B5EF4-FFF2-40B4-BE49-F238E27FC236}">
                <a16:creationId xmlns:a16="http://schemas.microsoft.com/office/drawing/2014/main" id="{B74D0E7F-3AC5-4368-8855-B9C60BA75A0D}"/>
              </a:ext>
            </a:extLst>
          </p:cNvPr>
          <p:cNvSpPr>
            <a:spLocks xmlns:a="http://schemas.openxmlformats.org/drawingml/2006/main" noGrp="1"/>
          </p:cNvSpPr>
          <p:nvPr/>
        </p:nvSpPr>
        <p:spPr>
          <a:xfrm xmlns:a="http://schemas.openxmlformats.org/drawingml/2006/main">
            <a:off x="4333875" y="421957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172B3A"/>
                </a:solidFill>
                <a:latin typeface="Arial"/>
                <a:ea typeface="Arial"/>
                <a:cs typeface="Arial"/>
              </a:defRPr>
            </a:defPPr>
            <a:lvl1pPr algn="l">
              <a:defRPr sz="1500" b="0">
                <a:solidFill>
                  <a:srgbClr val="172B3A"/>
                </a:solidFill>
                <a:latin typeface="Arial"/>
                <a:ea typeface="Arial"/>
                <a:cs typeface="Arial"/>
              </a:defRPr>
            </a:lvl1pPr>
            <a:lvl2pPr algn="l">
              <a:defRPr sz="1500" b="0">
                <a:solidFill>
                  <a:srgbClr val="172B3A"/>
                </a:solidFill>
                <a:latin typeface="Arial"/>
                <a:ea typeface="Arial"/>
                <a:cs typeface="Arial"/>
              </a:defRPr>
            </a:lvl2pPr>
            <a:lvl3pPr algn="l">
              <a:defRPr sz="1500" b="0">
                <a:solidFill>
                  <a:srgbClr val="172B3A"/>
                </a:solidFill>
                <a:latin typeface="Arial"/>
                <a:ea typeface="Arial"/>
                <a:cs typeface="Arial"/>
              </a:defRPr>
            </a:lvl3pPr>
            <a:lvl4pPr algn="l">
              <a:defRPr sz="1500" b="0">
                <a:solidFill>
                  <a:srgbClr val="172B3A"/>
                </a:solidFill>
                <a:latin typeface="Arial"/>
                <a:ea typeface="Arial"/>
                <a:cs typeface="Arial"/>
              </a:defRPr>
            </a:lvl4pPr>
            <a:lvl5pPr algn="l">
              <a:defRPr sz="1500" b="0">
                <a:solidFill>
                  <a:srgbClr val="172B3A"/>
                </a:solidFill>
                <a:latin typeface="Arial"/>
                <a:ea typeface="Arial"/>
                <a:cs typeface="Arial"/>
              </a:defRPr>
            </a:lvl5pPr>
            <a:lvl6pPr algn="l">
              <a:defRPr sz="1500" b="0">
                <a:solidFill>
                  <a:srgbClr val="172B3A"/>
                </a:solidFill>
                <a:latin typeface="Arial"/>
                <a:ea typeface="Arial"/>
                <a:cs typeface="Arial"/>
              </a:defRPr>
            </a:lvl6pPr>
            <a:lvl7pPr algn="l">
              <a:defRPr sz="1500" b="0">
                <a:solidFill>
                  <a:srgbClr val="172B3A"/>
                </a:solidFill>
                <a:latin typeface="Arial"/>
                <a:ea typeface="Arial"/>
                <a:cs typeface="Arial"/>
              </a:defRPr>
            </a:lvl7pPr>
            <a:lvl8pPr algn="l">
              <a:defRPr sz="1500" b="0">
                <a:solidFill>
                  <a:srgbClr val="172B3A"/>
                </a:solidFill>
                <a:latin typeface="Arial"/>
                <a:ea typeface="Arial"/>
                <a:cs typeface="Arial"/>
              </a:defRPr>
            </a:lvl8pPr>
            <a:lvl9pPr algn="l">
              <a:defRPr sz="1500" b="0">
                <a:solidFill>
                  <a:srgbClr val="172B3A"/>
                </a:solidFill>
                <a:latin typeface="Arial"/>
                <a:ea typeface="Arial"/>
                <a:cs typeface="Arial"/>
              </a:defRPr>
            </a:lvl9pPr>
          </a:lstStyle>
          <a:p xmlns:a="http://schemas.openxmlformats.org/drawingml/2006/main">
            <a:pPr algn="l">
              <a:defRPr sz="1500" b="0">
                <a:solidFill>
                  <a:srgbClr val="172B3A"/>
                </a:solidFill>
                <a:latin typeface="Arial"/>
                <a:ea typeface="Arial"/>
                <a:cs typeface="Arial"/>
              </a:defRPr>
            </a:pPr>
            <a:r>
              <a:rPr sz="1500" b="0">
                <a:solidFill>
                  <a:srgbClr val="172B3A"/>
                </a:solidFill>
                <a:latin typeface="Arial"/>
                <a:ea typeface="Arial"/>
                <a:cs typeface="Arial"/>
              </a:rPr>
              <a:t>Items.Read  ·  Items.Write</a:t>
            </a:r>
          </a:p>
        </p:txBody>
      </p:sp>
      <p:sp>
        <p:nvSpPr>
          <p:cNvPr id="31" name="">
            <a:extLst xmlns:a="http://schemas.openxmlformats.org/drawingml/2006/main">
              <a:ext uri="{FF2B5EF4-FFF2-40B4-BE49-F238E27FC236}">
                <a16:creationId xmlns:a16="http://schemas.microsoft.com/office/drawing/2014/main" id="{AC312CD7-7B95-4053-B24B-0149EEDEDF16}"/>
              </a:ext>
            </a:extLst>
          </p:cNvPr>
          <p:cNvSpPr>
            <a:spLocks xmlns:a="http://schemas.openxmlformats.org/drawingml/2006/main" noGrp="1"/>
          </p:cNvSpPr>
          <p:nvPr/>
        </p:nvSpPr>
        <p:spPr>
          <a:xfrm xmlns:a="http://schemas.openxmlformats.org/drawingml/2006/main">
            <a:off x="7981950" y="4219575"/>
            <a:ext cx="361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172B3A"/>
                </a:solidFill>
                <a:latin typeface="Arial"/>
                <a:ea typeface="Arial"/>
                <a:cs typeface="Arial"/>
              </a:defRPr>
            </a:defPPr>
            <a:lvl1pPr algn="l">
              <a:defRPr sz="1500" b="0">
                <a:solidFill>
                  <a:srgbClr val="172B3A"/>
                </a:solidFill>
                <a:latin typeface="Arial"/>
                <a:ea typeface="Arial"/>
                <a:cs typeface="Arial"/>
              </a:defRPr>
            </a:lvl1pPr>
            <a:lvl2pPr algn="l">
              <a:defRPr sz="1500" b="0">
                <a:solidFill>
                  <a:srgbClr val="172B3A"/>
                </a:solidFill>
                <a:latin typeface="Arial"/>
                <a:ea typeface="Arial"/>
                <a:cs typeface="Arial"/>
              </a:defRPr>
            </a:lvl2pPr>
            <a:lvl3pPr algn="l">
              <a:defRPr sz="1500" b="0">
                <a:solidFill>
                  <a:srgbClr val="172B3A"/>
                </a:solidFill>
                <a:latin typeface="Arial"/>
                <a:ea typeface="Arial"/>
                <a:cs typeface="Arial"/>
              </a:defRPr>
            </a:lvl3pPr>
            <a:lvl4pPr algn="l">
              <a:defRPr sz="1500" b="0">
                <a:solidFill>
                  <a:srgbClr val="172B3A"/>
                </a:solidFill>
                <a:latin typeface="Arial"/>
                <a:ea typeface="Arial"/>
                <a:cs typeface="Arial"/>
              </a:defRPr>
            </a:lvl4pPr>
            <a:lvl5pPr algn="l">
              <a:defRPr sz="1500" b="0">
                <a:solidFill>
                  <a:srgbClr val="172B3A"/>
                </a:solidFill>
                <a:latin typeface="Arial"/>
                <a:ea typeface="Arial"/>
                <a:cs typeface="Arial"/>
              </a:defRPr>
            </a:lvl5pPr>
            <a:lvl6pPr algn="l">
              <a:defRPr sz="1500" b="0">
                <a:solidFill>
                  <a:srgbClr val="172B3A"/>
                </a:solidFill>
                <a:latin typeface="Arial"/>
                <a:ea typeface="Arial"/>
                <a:cs typeface="Arial"/>
              </a:defRPr>
            </a:lvl6pPr>
            <a:lvl7pPr algn="l">
              <a:defRPr sz="1500" b="0">
                <a:solidFill>
                  <a:srgbClr val="172B3A"/>
                </a:solidFill>
                <a:latin typeface="Arial"/>
                <a:ea typeface="Arial"/>
                <a:cs typeface="Arial"/>
              </a:defRPr>
            </a:lvl7pPr>
            <a:lvl8pPr algn="l">
              <a:defRPr sz="1500" b="0">
                <a:solidFill>
                  <a:srgbClr val="172B3A"/>
                </a:solidFill>
                <a:latin typeface="Arial"/>
                <a:ea typeface="Arial"/>
                <a:cs typeface="Arial"/>
              </a:defRPr>
            </a:lvl8pPr>
            <a:lvl9pPr algn="l">
              <a:defRPr sz="1500" b="0">
                <a:solidFill>
                  <a:srgbClr val="172B3A"/>
                </a:solidFill>
                <a:latin typeface="Arial"/>
                <a:ea typeface="Arial"/>
                <a:cs typeface="Arial"/>
              </a:defRPr>
            </a:lvl9pPr>
          </a:lstStyle>
          <a:p xmlns:a="http://schemas.openxmlformats.org/drawingml/2006/main">
            <a:pPr algn="l">
              <a:defRPr sz="1500" b="0">
                <a:solidFill>
                  <a:srgbClr val="172B3A"/>
                </a:solidFill>
                <a:latin typeface="Arial"/>
                <a:ea typeface="Arial"/>
                <a:cs typeface="Arial"/>
              </a:defRPr>
            </a:pPr>
            <a:r>
              <a:rPr sz="1500" b="0">
                <a:solidFill>
                  <a:srgbClr val="172B3A"/>
                </a:solidFill>
                <a:latin typeface="Arial"/>
                <a:ea typeface="Arial"/>
                <a:cs typeface="Arial"/>
              </a:rPr>
              <a:t>Categories.Read  ·  Categories.Write</a:t>
            </a:r>
          </a:p>
        </p:txBody>
      </p:sp>
      <p:sp>
        <p:nvSpPr>
          <p:cNvPr id="32" name="">
            <a:extLst xmlns:a="http://schemas.openxmlformats.org/drawingml/2006/main">
              <a:ext uri="{FF2B5EF4-FFF2-40B4-BE49-F238E27FC236}">
                <a16:creationId xmlns:a16="http://schemas.microsoft.com/office/drawing/2014/main" id="{BE440772-D687-4347-A561-3933D1086B7B}"/>
              </a:ext>
            </a:extLst>
          </p:cNvPr>
          <p:cNvSpPr>
            <a:spLocks xmlns:a="http://schemas.openxmlformats.org/drawingml/2006/main" noGrp="1"/>
          </p:cNvSpPr>
          <p:nvPr/>
        </p:nvSpPr>
        <p:spPr>
          <a:xfrm xmlns:a="http://schemas.openxmlformats.org/drawingml/2006/main">
            <a:off x="685800" y="5000625"/>
            <a:ext cx="76200" cy="723900"/>
          </a:xfrm>
          <a:prstGeom xmlns:a="http://schemas.openxmlformats.org/drawingml/2006/main" prst="rect">
            <a:avLst/>
          </a:prstGeom>
          <a:solidFill xmlns:a="http://schemas.openxmlformats.org/drawingml/2006/main">
            <a:srgbClr val="E79845"/>
          </a:solidFill>
          <a:ln xmlns:a="http://schemas.openxmlformats.org/drawingml/2006/main" w="0">
            <a:solidFill>
              <a:srgbClr val="E79845"/>
            </a:solidFill>
            <a:prstDash val="solid"/>
          </a:ln>
        </p:spPr>
      </p:sp>
      <p:sp>
        <p:nvSpPr>
          <p:cNvPr id="33" name="">
            <a:extLst xmlns:a="http://schemas.openxmlformats.org/drawingml/2006/main">
              <a:ext uri="{FF2B5EF4-FFF2-40B4-BE49-F238E27FC236}">
                <a16:creationId xmlns:a16="http://schemas.microsoft.com/office/drawing/2014/main" id="{47A149D9-5E24-4342-9283-9A905AAED184}"/>
              </a:ext>
            </a:extLst>
          </p:cNvPr>
          <p:cNvSpPr>
            <a:spLocks xmlns:a="http://schemas.openxmlformats.org/drawingml/2006/main" noGrp="1"/>
          </p:cNvSpPr>
          <p:nvPr/>
        </p:nvSpPr>
        <p:spPr>
          <a:xfrm xmlns:a="http://schemas.openxmlformats.org/drawingml/2006/main">
            <a:off x="952500" y="5010150"/>
            <a:ext cx="2381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HTTPS en Nginx</a:t>
            </a:r>
          </a:p>
        </p:txBody>
      </p:sp>
      <p:sp>
        <p:nvSpPr>
          <p:cNvPr id="34" name="">
            <a:extLst xmlns:a="http://schemas.openxmlformats.org/drawingml/2006/main">
              <a:ext uri="{FF2B5EF4-FFF2-40B4-BE49-F238E27FC236}">
                <a16:creationId xmlns:a16="http://schemas.microsoft.com/office/drawing/2014/main" id="{FF8F67F0-200D-4370-B1A9-939512537EC6}"/>
              </a:ext>
            </a:extLst>
          </p:cNvPr>
          <p:cNvSpPr>
            <a:spLocks xmlns:a="http://schemas.openxmlformats.org/drawingml/2006/main" noGrp="1"/>
          </p:cNvSpPr>
          <p:nvPr/>
        </p:nvSpPr>
        <p:spPr>
          <a:xfrm xmlns:a="http://schemas.openxmlformats.org/drawingml/2006/main">
            <a:off x="952500" y="535305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26879"/>
                </a:solidFill>
                <a:latin typeface="Arial"/>
                <a:ea typeface="Arial"/>
                <a:cs typeface="Arial"/>
              </a:defRPr>
            </a:defPPr>
            <a:lvl1pPr algn="l">
              <a:defRPr sz="1425" b="0">
                <a:solidFill>
                  <a:srgbClr val="526879"/>
                </a:solidFill>
                <a:latin typeface="Arial"/>
                <a:ea typeface="Arial"/>
                <a:cs typeface="Arial"/>
              </a:defRPr>
            </a:lvl1pPr>
            <a:lvl2pPr algn="l">
              <a:defRPr sz="1425" b="0">
                <a:solidFill>
                  <a:srgbClr val="526879"/>
                </a:solidFill>
                <a:latin typeface="Arial"/>
                <a:ea typeface="Arial"/>
                <a:cs typeface="Arial"/>
              </a:defRPr>
            </a:lvl2pPr>
            <a:lvl3pPr algn="l">
              <a:defRPr sz="1425" b="0">
                <a:solidFill>
                  <a:srgbClr val="526879"/>
                </a:solidFill>
                <a:latin typeface="Arial"/>
                <a:ea typeface="Arial"/>
                <a:cs typeface="Arial"/>
              </a:defRPr>
            </a:lvl3pPr>
            <a:lvl4pPr algn="l">
              <a:defRPr sz="1425" b="0">
                <a:solidFill>
                  <a:srgbClr val="526879"/>
                </a:solidFill>
                <a:latin typeface="Arial"/>
                <a:ea typeface="Arial"/>
                <a:cs typeface="Arial"/>
              </a:defRPr>
            </a:lvl4pPr>
            <a:lvl5pPr algn="l">
              <a:defRPr sz="1425" b="0">
                <a:solidFill>
                  <a:srgbClr val="526879"/>
                </a:solidFill>
                <a:latin typeface="Arial"/>
                <a:ea typeface="Arial"/>
                <a:cs typeface="Arial"/>
              </a:defRPr>
            </a:lvl5pPr>
            <a:lvl6pPr algn="l">
              <a:defRPr sz="1425" b="0">
                <a:solidFill>
                  <a:srgbClr val="526879"/>
                </a:solidFill>
                <a:latin typeface="Arial"/>
                <a:ea typeface="Arial"/>
                <a:cs typeface="Arial"/>
              </a:defRPr>
            </a:lvl6pPr>
            <a:lvl7pPr algn="l">
              <a:defRPr sz="1425" b="0">
                <a:solidFill>
                  <a:srgbClr val="526879"/>
                </a:solidFill>
                <a:latin typeface="Arial"/>
                <a:ea typeface="Arial"/>
                <a:cs typeface="Arial"/>
              </a:defRPr>
            </a:lvl7pPr>
            <a:lvl8pPr algn="l">
              <a:defRPr sz="1425" b="0">
                <a:solidFill>
                  <a:srgbClr val="526879"/>
                </a:solidFill>
                <a:latin typeface="Arial"/>
                <a:ea typeface="Arial"/>
                <a:cs typeface="Arial"/>
              </a:defRPr>
            </a:lvl8pPr>
            <a:lvl9pPr algn="l">
              <a:defRPr sz="1425" b="0">
                <a:solidFill>
                  <a:srgbClr val="526879"/>
                </a:solidFill>
                <a:latin typeface="Arial"/>
                <a:ea typeface="Arial"/>
                <a:cs typeface="Arial"/>
              </a:defRPr>
            </a:lvl9pPr>
          </a:lstStyle>
          <a:p xmlns:a="http://schemas.openxmlformats.org/drawingml/2006/main">
            <a:pPr algn="l">
              <a:defRPr sz="1425" b="0">
                <a:solidFill>
                  <a:srgbClr val="526879"/>
                </a:solidFill>
                <a:latin typeface="Arial"/>
                <a:ea typeface="Arial"/>
                <a:cs typeface="Arial"/>
              </a:defRPr>
            </a:pPr>
            <a:r>
              <a:rPr sz="1425" b="0">
                <a:solidFill>
                  <a:srgbClr val="526879"/>
                </a:solidFill>
                <a:latin typeface="Arial"/>
                <a:ea typeface="Arial"/>
                <a:cs typeface="Arial"/>
              </a:rPr>
              <a:t>Certificado TLS y contexto seguro para MSAL/PKCE.</a:t>
            </a:r>
          </a:p>
        </p:txBody>
      </p:sp>
    </p:spTree>
    <p:extLst>
      <p:ext uri="{BB962C8B-B14F-4D97-AF65-F5344CB8AC3E}">
        <p14:creationId xmlns:p14="http://schemas.microsoft.com/office/powerpoint/2010/main" val="527248007"/>
      </p:ext>
    </p:extLst>
  </p:cSld>
</p:sld>
</file>

<file path=ppt/slides/slide4.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3C7FC852-48B3-4FF6-9178-A76E41C975CD}"/>
              </a:ext>
            </a:extLst>
          </p:cNvPr>
          <p:cNvCxnSpPr>
            <a:stCxn xmlns:a="http://schemas.openxmlformats.org/drawingml/2006/main" id="5" idx="3"/>
            <a:endCxn xmlns:a="http://schemas.openxmlformats.org/drawingml/2006/main" id="9" idx="1"/>
          </p:cNvCxnSpPr>
          <p:nvPr/>
        </p:nvCxnSpPr>
        <p:spPr>
          <a:xfrm xmlns:a="http://schemas.openxmlformats.org/drawingml/2006/main">
            <a:off x="3829050" y="2466975"/>
            <a:ext cx="666750" cy="0"/>
          </a:xfrm>
          <a:prstGeom xmlns:a="http://schemas.openxmlformats.org/drawingml/2006/main" prst="straightConnector1">
            <a:avLst/>
          </a:prstGeom>
          <a:ln xmlns:a="http://schemas.openxmlformats.org/drawingml/2006/main" w="19050">
            <a:solidFill>
              <a:srgbClr val="078C8C"/>
            </a:solidFill>
            <a:prstDash val="solid"/>
            <a:headEnd type="triangle" w="sm" len="sm"/>
          </a:ln>
        </p:spPr>
      </p:cxnSp>
      <p:sp>
        <p:nvSpPr>
          <p:cNvPr id="31" name="slide-4-title">
            <a:extLst xmlns:a="http://schemas.openxmlformats.org/drawingml/2006/main">
              <a:ext uri="{FF2B5EF4-FFF2-40B4-BE49-F238E27FC236}">
                <a16:creationId xmlns:a16="http://schemas.microsoft.com/office/drawing/2014/main" id="{9AAB6C42-897B-46BC-8B63-A5690EA9D5F5}"/>
              </a:ext>
            </a:extLst>
          </p:cNvPr>
          <p:cNvSpPr>
            <a:spLocks xmlns:a="http://schemas.openxmlformats.org/drawingml/2006/main" noGrp="1"/>
          </p:cNvSpPr>
          <p:nvPr/>
        </p:nvSpPr>
        <p:spPr>
          <a:xfrm xmlns:a="http://schemas.openxmlformats.org/drawingml/2006/main">
            <a:off x="590550" y="3429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235"/>
                </a:solidFill>
                <a:latin typeface="Arial"/>
                <a:ea typeface="Arial"/>
                <a:cs typeface="Arial"/>
              </a:defRPr>
            </a:defPPr>
            <a:lvl1pPr algn="l">
              <a:defRPr sz="3300" b="1">
                <a:solidFill>
                  <a:srgbClr val="102235"/>
                </a:solidFill>
                <a:latin typeface="Arial"/>
                <a:ea typeface="Arial"/>
                <a:cs typeface="Arial"/>
              </a:defRPr>
            </a:lvl1pPr>
            <a:lvl2pPr algn="l">
              <a:defRPr sz="3300" b="1">
                <a:solidFill>
                  <a:srgbClr val="102235"/>
                </a:solidFill>
                <a:latin typeface="Arial"/>
                <a:ea typeface="Arial"/>
                <a:cs typeface="Arial"/>
              </a:defRPr>
            </a:lvl2pPr>
            <a:lvl3pPr algn="l">
              <a:defRPr sz="3300" b="1">
                <a:solidFill>
                  <a:srgbClr val="102235"/>
                </a:solidFill>
                <a:latin typeface="Arial"/>
                <a:ea typeface="Arial"/>
                <a:cs typeface="Arial"/>
              </a:defRPr>
            </a:lvl3pPr>
            <a:lvl4pPr algn="l">
              <a:defRPr sz="3300" b="1">
                <a:solidFill>
                  <a:srgbClr val="102235"/>
                </a:solidFill>
                <a:latin typeface="Arial"/>
                <a:ea typeface="Arial"/>
                <a:cs typeface="Arial"/>
              </a:defRPr>
            </a:lvl4pPr>
            <a:lvl5pPr algn="l">
              <a:defRPr sz="3300" b="1">
                <a:solidFill>
                  <a:srgbClr val="102235"/>
                </a:solidFill>
                <a:latin typeface="Arial"/>
                <a:ea typeface="Arial"/>
                <a:cs typeface="Arial"/>
              </a:defRPr>
            </a:lvl5pPr>
            <a:lvl6pPr algn="l">
              <a:defRPr sz="3300" b="1">
                <a:solidFill>
                  <a:srgbClr val="102235"/>
                </a:solidFill>
                <a:latin typeface="Arial"/>
                <a:ea typeface="Arial"/>
                <a:cs typeface="Arial"/>
              </a:defRPr>
            </a:lvl6pPr>
            <a:lvl7pPr algn="l">
              <a:defRPr sz="3300" b="1">
                <a:solidFill>
                  <a:srgbClr val="102235"/>
                </a:solidFill>
                <a:latin typeface="Arial"/>
                <a:ea typeface="Arial"/>
                <a:cs typeface="Arial"/>
              </a:defRPr>
            </a:lvl7pPr>
            <a:lvl8pPr algn="l">
              <a:defRPr sz="3300" b="1">
                <a:solidFill>
                  <a:srgbClr val="102235"/>
                </a:solidFill>
                <a:latin typeface="Arial"/>
                <a:ea typeface="Arial"/>
                <a:cs typeface="Arial"/>
              </a:defRPr>
            </a:lvl8pPr>
            <a:lvl9pPr algn="l">
              <a:defRPr sz="3300" b="1">
                <a:solidFill>
                  <a:srgbClr val="102235"/>
                </a:solidFill>
                <a:latin typeface="Arial"/>
                <a:ea typeface="Arial"/>
                <a:cs typeface="Arial"/>
              </a:defRPr>
            </a:lvl9pPr>
          </a:lstStyle>
          <a:p xmlns:a="http://schemas.openxmlformats.org/drawingml/2006/main">
            <a:pPr algn="l">
              <a:defRPr sz="3300" b="1">
                <a:solidFill>
                  <a:srgbClr val="102235"/>
                </a:solidFill>
                <a:latin typeface="Arial"/>
                <a:ea typeface="Arial"/>
                <a:cs typeface="Arial"/>
              </a:defRPr>
            </a:pPr>
            <a:r>
              <a:rPr sz="3300" b="1">
                <a:solidFill>
                  <a:srgbClr val="102235"/>
                </a:solidFill>
                <a:latin typeface="Arial"/>
                <a:ea typeface="Arial"/>
                <a:cs typeface="Arial"/>
              </a:rPr>
              <a:t>AWS API Gateway y rutas</a:t>
            </a:r>
          </a:p>
        </p:txBody>
      </p:sp>
      <p:sp>
        <p:nvSpPr>
          <p:cNvPr id="2" name="">
            <a:extLst xmlns:a="http://schemas.openxmlformats.org/drawingml/2006/main">
              <a:ext uri="{FF2B5EF4-FFF2-40B4-BE49-F238E27FC236}">
                <a16:creationId xmlns:a16="http://schemas.microsoft.com/office/drawing/2014/main" id="{065F0FF4-F53A-4288-B139-8B78A550C820}"/>
              </a:ext>
            </a:extLst>
          </p:cNvPr>
          <p:cNvSpPr>
            <a:spLocks xmlns:a="http://schemas.openxmlformats.org/drawingml/2006/main" noGrp="1"/>
          </p:cNvSpPr>
          <p:nvPr/>
        </p:nvSpPr>
        <p:spPr>
          <a:xfrm xmlns:a="http://schemas.openxmlformats.org/drawingml/2006/main">
            <a:off x="590550" y="1028700"/>
            <a:ext cx="800100" cy="47625"/>
          </a:xfrm>
          <a:prstGeom xmlns:a="http://schemas.openxmlformats.org/drawingml/2006/main" prst="rect">
            <a:avLst/>
          </a:prstGeom>
          <a:solidFill xmlns:a="http://schemas.openxmlformats.org/drawingml/2006/main">
            <a:srgbClr val="078C8C"/>
          </a:solidFill>
          <a:ln xmlns:a="http://schemas.openxmlformats.org/drawingml/2006/main" w="0">
            <a:solidFill>
              <a:srgbClr val="078C8C"/>
            </a:solidFill>
            <a:prstDash val="solid"/>
          </a:ln>
        </p:spPr>
      </p:sp>
      <p:sp>
        <p:nvSpPr>
          <p:cNvPr id="3" name="">
            <a:extLst xmlns:a="http://schemas.openxmlformats.org/drawingml/2006/main">
              <a:ext uri="{FF2B5EF4-FFF2-40B4-BE49-F238E27FC236}">
                <a16:creationId xmlns:a16="http://schemas.microsoft.com/office/drawing/2014/main" id="{D2D69E33-B967-4700-84D7-B1E3892170AB}"/>
              </a:ext>
            </a:extLst>
          </p:cNvPr>
          <p:cNvSpPr>
            <a:spLocks xmlns:a="http://schemas.openxmlformats.org/drawingml/2006/main" noGrp="1"/>
          </p:cNvSpPr>
          <p:nvPr/>
        </p:nvSpPr>
        <p:spPr>
          <a:xfrm xmlns:a="http://schemas.openxmlformats.org/drawingml/2006/main">
            <a:off x="10715625" y="47625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879"/>
                </a:solidFill>
                <a:latin typeface="Arial"/>
                <a:ea typeface="Arial"/>
                <a:cs typeface="Arial"/>
              </a:defRPr>
            </a:defPPr>
            <a:lvl1pPr algn="r">
              <a:defRPr sz="1125" b="1">
                <a:solidFill>
                  <a:srgbClr val="526879"/>
                </a:solidFill>
                <a:latin typeface="Arial"/>
                <a:ea typeface="Arial"/>
                <a:cs typeface="Arial"/>
              </a:defRPr>
            </a:lvl1pPr>
            <a:lvl2pPr algn="r">
              <a:defRPr sz="1125" b="1">
                <a:solidFill>
                  <a:srgbClr val="526879"/>
                </a:solidFill>
                <a:latin typeface="Arial"/>
                <a:ea typeface="Arial"/>
                <a:cs typeface="Arial"/>
              </a:defRPr>
            </a:lvl2pPr>
            <a:lvl3pPr algn="r">
              <a:defRPr sz="1125" b="1">
                <a:solidFill>
                  <a:srgbClr val="526879"/>
                </a:solidFill>
                <a:latin typeface="Arial"/>
                <a:ea typeface="Arial"/>
                <a:cs typeface="Arial"/>
              </a:defRPr>
            </a:lvl3pPr>
            <a:lvl4pPr algn="r">
              <a:defRPr sz="1125" b="1">
                <a:solidFill>
                  <a:srgbClr val="526879"/>
                </a:solidFill>
                <a:latin typeface="Arial"/>
                <a:ea typeface="Arial"/>
                <a:cs typeface="Arial"/>
              </a:defRPr>
            </a:lvl4pPr>
            <a:lvl5pPr algn="r">
              <a:defRPr sz="1125" b="1">
                <a:solidFill>
                  <a:srgbClr val="526879"/>
                </a:solidFill>
                <a:latin typeface="Arial"/>
                <a:ea typeface="Arial"/>
                <a:cs typeface="Arial"/>
              </a:defRPr>
            </a:lvl5pPr>
            <a:lvl6pPr algn="r">
              <a:defRPr sz="1125" b="1">
                <a:solidFill>
                  <a:srgbClr val="526879"/>
                </a:solidFill>
                <a:latin typeface="Arial"/>
                <a:ea typeface="Arial"/>
                <a:cs typeface="Arial"/>
              </a:defRPr>
            </a:lvl6pPr>
            <a:lvl7pPr algn="r">
              <a:defRPr sz="1125" b="1">
                <a:solidFill>
                  <a:srgbClr val="526879"/>
                </a:solidFill>
                <a:latin typeface="Arial"/>
                <a:ea typeface="Arial"/>
                <a:cs typeface="Arial"/>
              </a:defRPr>
            </a:lvl7pPr>
            <a:lvl8pPr algn="r">
              <a:defRPr sz="1125" b="1">
                <a:solidFill>
                  <a:srgbClr val="526879"/>
                </a:solidFill>
                <a:latin typeface="Arial"/>
                <a:ea typeface="Arial"/>
                <a:cs typeface="Arial"/>
              </a:defRPr>
            </a:lvl8pPr>
            <a:lvl9pPr algn="r">
              <a:defRPr sz="1125" b="1">
                <a:solidFill>
                  <a:srgbClr val="526879"/>
                </a:solidFill>
                <a:latin typeface="Arial"/>
                <a:ea typeface="Arial"/>
                <a:cs typeface="Arial"/>
              </a:defRPr>
            </a:lvl9pPr>
          </a:lstStyle>
          <a:p xmlns:a="http://schemas.openxmlformats.org/drawingml/2006/main">
            <a:pPr algn="r">
              <a:defRPr sz="1125" b="1">
                <a:solidFill>
                  <a:srgbClr val="526879"/>
                </a:solidFill>
                <a:latin typeface="Arial"/>
                <a:ea typeface="Arial"/>
                <a:cs typeface="Arial"/>
              </a:defRPr>
            </a:pPr>
            <a:r>
              <a:rPr sz="1125" b="1">
                <a:solidFill>
                  <a:srgbClr val="526879"/>
                </a:solidFill>
                <a:latin typeface="Arial"/>
                <a:ea typeface="Arial"/>
                <a:cs typeface="Arial"/>
              </a:rPr>
              <a:t>04 / 08</a:t>
            </a:r>
          </a:p>
        </p:txBody>
      </p:sp>
      <p:sp>
        <p:nvSpPr>
          <p:cNvPr id="4" name="">
            <a:extLst xmlns:a="http://schemas.openxmlformats.org/drawingml/2006/main">
              <a:ext uri="{FF2B5EF4-FFF2-40B4-BE49-F238E27FC236}">
                <a16:creationId xmlns:a16="http://schemas.microsoft.com/office/drawing/2014/main" id="{CCF7D76E-C49C-4D17-8290-D855758B9CD3}"/>
              </a:ext>
            </a:extLst>
          </p:cNvPr>
          <p:cNvSpPr>
            <a:spLocks xmlns:a="http://schemas.openxmlformats.org/drawingml/2006/main" noGrp="1"/>
          </p:cNvSpPr>
          <p:nvPr/>
        </p:nvSpPr>
        <p:spPr>
          <a:xfrm xmlns:a="http://schemas.openxmlformats.org/drawingml/2006/main">
            <a:off x="685800" y="1323975"/>
            <a:ext cx="6477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102235"/>
                </a:solidFill>
                <a:latin typeface="Arial"/>
                <a:ea typeface="Arial"/>
                <a:cs typeface="Arial"/>
              </a:defRPr>
            </a:defPPr>
            <a:lvl1pPr algn="l">
              <a:defRPr sz="1950" b="1">
                <a:solidFill>
                  <a:srgbClr val="102235"/>
                </a:solidFill>
                <a:latin typeface="Arial"/>
                <a:ea typeface="Arial"/>
                <a:cs typeface="Arial"/>
              </a:defRPr>
            </a:lvl1pPr>
            <a:lvl2pPr algn="l">
              <a:defRPr sz="1950" b="1">
                <a:solidFill>
                  <a:srgbClr val="102235"/>
                </a:solidFill>
                <a:latin typeface="Arial"/>
                <a:ea typeface="Arial"/>
                <a:cs typeface="Arial"/>
              </a:defRPr>
            </a:lvl2pPr>
            <a:lvl3pPr algn="l">
              <a:defRPr sz="1950" b="1">
                <a:solidFill>
                  <a:srgbClr val="102235"/>
                </a:solidFill>
                <a:latin typeface="Arial"/>
                <a:ea typeface="Arial"/>
                <a:cs typeface="Arial"/>
              </a:defRPr>
            </a:lvl3pPr>
            <a:lvl4pPr algn="l">
              <a:defRPr sz="1950" b="1">
                <a:solidFill>
                  <a:srgbClr val="102235"/>
                </a:solidFill>
                <a:latin typeface="Arial"/>
                <a:ea typeface="Arial"/>
                <a:cs typeface="Arial"/>
              </a:defRPr>
            </a:lvl4pPr>
            <a:lvl5pPr algn="l">
              <a:defRPr sz="1950" b="1">
                <a:solidFill>
                  <a:srgbClr val="102235"/>
                </a:solidFill>
                <a:latin typeface="Arial"/>
                <a:ea typeface="Arial"/>
                <a:cs typeface="Arial"/>
              </a:defRPr>
            </a:lvl5pPr>
            <a:lvl6pPr algn="l">
              <a:defRPr sz="1950" b="1">
                <a:solidFill>
                  <a:srgbClr val="102235"/>
                </a:solidFill>
                <a:latin typeface="Arial"/>
                <a:ea typeface="Arial"/>
                <a:cs typeface="Arial"/>
              </a:defRPr>
            </a:lvl6pPr>
            <a:lvl7pPr algn="l">
              <a:defRPr sz="1950" b="1">
                <a:solidFill>
                  <a:srgbClr val="102235"/>
                </a:solidFill>
                <a:latin typeface="Arial"/>
                <a:ea typeface="Arial"/>
                <a:cs typeface="Arial"/>
              </a:defRPr>
            </a:lvl7pPr>
            <a:lvl8pPr algn="l">
              <a:defRPr sz="1950" b="1">
                <a:solidFill>
                  <a:srgbClr val="102235"/>
                </a:solidFill>
                <a:latin typeface="Arial"/>
                <a:ea typeface="Arial"/>
                <a:cs typeface="Arial"/>
              </a:defRPr>
            </a:lvl8pPr>
            <a:lvl9pPr algn="l">
              <a:defRPr sz="1950" b="1">
                <a:solidFill>
                  <a:srgbClr val="102235"/>
                </a:solidFill>
                <a:latin typeface="Arial"/>
                <a:ea typeface="Arial"/>
                <a:cs typeface="Arial"/>
              </a:defRPr>
            </a:lvl9pPr>
          </a:lstStyle>
          <a:p xmlns:a="http://schemas.openxmlformats.org/drawingml/2006/main">
            <a:pPr algn="l">
              <a:defRPr sz="1950" b="1">
                <a:solidFill>
                  <a:srgbClr val="102235"/>
                </a:solidFill>
                <a:latin typeface="Arial"/>
                <a:ea typeface="Arial"/>
                <a:cs typeface="Arial"/>
              </a:defRPr>
            </a:pPr>
            <a:r>
              <a:rPr sz="1950" b="1">
                <a:solidFill>
                  <a:srgbClr val="102235"/>
                </a:solidFill>
                <a:latin typeface="Arial"/>
                <a:ea typeface="Arial"/>
                <a:cs typeface="Arial"/>
              </a:rPr>
              <a:t>Una entrada HTTPS para los servicios</a:t>
            </a:r>
          </a:p>
        </p:txBody>
      </p:sp>
      <p:sp>
        <p:nvSpPr>
          <p:cNvPr id="5" name="">
            <a:extLst xmlns:a="http://schemas.openxmlformats.org/drawingml/2006/main">
              <a:ext uri="{FF2B5EF4-FFF2-40B4-BE49-F238E27FC236}">
                <a16:creationId xmlns:a16="http://schemas.microsoft.com/office/drawing/2014/main" id="{73DA771F-1F10-4065-ABCB-2200DDE49AC6}"/>
              </a:ext>
            </a:extLst>
          </p:cNvPr>
          <p:cNvSpPr>
            <a:spLocks xmlns:a="http://schemas.openxmlformats.org/drawingml/2006/main" noGrp="1"/>
          </p:cNvSpPr>
          <p:nvPr/>
        </p:nvSpPr>
        <p:spPr>
          <a:xfrm xmlns:a="http://schemas.openxmlformats.org/drawingml/2006/main">
            <a:off x="685800" y="1981200"/>
            <a:ext cx="3143250" cy="97155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6" name="">
            <a:extLst xmlns:a="http://schemas.openxmlformats.org/drawingml/2006/main">
              <a:ext uri="{FF2B5EF4-FFF2-40B4-BE49-F238E27FC236}">
                <a16:creationId xmlns:a16="http://schemas.microsoft.com/office/drawing/2014/main" id="{BCBCF32A-8E31-437B-8405-85C21D0229B4}"/>
              </a:ext>
            </a:extLst>
          </p:cNvPr>
          <p:cNvSpPr>
            <a:spLocks xmlns:a="http://schemas.openxmlformats.org/drawingml/2006/main" noGrp="1"/>
          </p:cNvSpPr>
          <p:nvPr/>
        </p:nvSpPr>
        <p:spPr>
          <a:xfrm xmlns:a="http://schemas.openxmlformats.org/drawingml/2006/main">
            <a:off x="685800" y="1981200"/>
            <a:ext cx="66675" cy="971550"/>
          </a:xfrm>
          <a:prstGeom xmlns:a="http://schemas.openxmlformats.org/drawingml/2006/main" prst="rect">
            <a:avLst/>
          </a:prstGeom>
          <a:solidFill xmlns:a="http://schemas.openxmlformats.org/drawingml/2006/main">
            <a:srgbClr val="078C8C"/>
          </a:solidFill>
          <a:ln xmlns:a="http://schemas.openxmlformats.org/drawingml/2006/main" w="0">
            <a:solidFill>
              <a:srgbClr val="078C8C"/>
            </a:solidFill>
            <a:prstDash val="solid"/>
          </a:ln>
        </p:spPr>
      </p:sp>
      <p:sp>
        <p:nvSpPr>
          <p:cNvPr id="7" name="">
            <a:extLst xmlns:a="http://schemas.openxmlformats.org/drawingml/2006/main">
              <a:ext uri="{FF2B5EF4-FFF2-40B4-BE49-F238E27FC236}">
                <a16:creationId xmlns:a16="http://schemas.microsoft.com/office/drawing/2014/main" id="{5838D2D8-2DED-43E2-AAC5-B8E439D4F577}"/>
              </a:ext>
            </a:extLst>
          </p:cNvPr>
          <p:cNvSpPr>
            <a:spLocks xmlns:a="http://schemas.openxmlformats.org/drawingml/2006/main" noGrp="1"/>
          </p:cNvSpPr>
          <p:nvPr/>
        </p:nvSpPr>
        <p:spPr>
          <a:xfrm xmlns:a="http://schemas.openxmlformats.org/drawingml/2006/main">
            <a:off x="857250" y="2066925"/>
            <a:ext cx="285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02235"/>
                </a:solidFill>
                <a:latin typeface="Arial"/>
                <a:ea typeface="Arial"/>
                <a:cs typeface="Arial"/>
              </a:defRPr>
            </a:defPPr>
            <a:lvl1pPr algn="l">
              <a:defRPr sz="1800" b="1">
                <a:solidFill>
                  <a:srgbClr val="102235"/>
                </a:solidFill>
                <a:latin typeface="Arial"/>
                <a:ea typeface="Arial"/>
                <a:cs typeface="Arial"/>
              </a:defRPr>
            </a:lvl1pPr>
            <a:lvl2pPr algn="l">
              <a:defRPr sz="1800" b="1">
                <a:solidFill>
                  <a:srgbClr val="102235"/>
                </a:solidFill>
                <a:latin typeface="Arial"/>
                <a:ea typeface="Arial"/>
                <a:cs typeface="Arial"/>
              </a:defRPr>
            </a:lvl2pPr>
            <a:lvl3pPr algn="l">
              <a:defRPr sz="1800" b="1">
                <a:solidFill>
                  <a:srgbClr val="102235"/>
                </a:solidFill>
                <a:latin typeface="Arial"/>
                <a:ea typeface="Arial"/>
                <a:cs typeface="Arial"/>
              </a:defRPr>
            </a:lvl3pPr>
            <a:lvl4pPr algn="l">
              <a:defRPr sz="1800" b="1">
                <a:solidFill>
                  <a:srgbClr val="102235"/>
                </a:solidFill>
                <a:latin typeface="Arial"/>
                <a:ea typeface="Arial"/>
                <a:cs typeface="Arial"/>
              </a:defRPr>
            </a:lvl4pPr>
            <a:lvl5pPr algn="l">
              <a:defRPr sz="1800" b="1">
                <a:solidFill>
                  <a:srgbClr val="102235"/>
                </a:solidFill>
                <a:latin typeface="Arial"/>
                <a:ea typeface="Arial"/>
                <a:cs typeface="Arial"/>
              </a:defRPr>
            </a:lvl5pPr>
            <a:lvl6pPr algn="l">
              <a:defRPr sz="1800" b="1">
                <a:solidFill>
                  <a:srgbClr val="102235"/>
                </a:solidFill>
                <a:latin typeface="Arial"/>
                <a:ea typeface="Arial"/>
                <a:cs typeface="Arial"/>
              </a:defRPr>
            </a:lvl6pPr>
            <a:lvl7pPr algn="l">
              <a:defRPr sz="1800" b="1">
                <a:solidFill>
                  <a:srgbClr val="102235"/>
                </a:solidFill>
                <a:latin typeface="Arial"/>
                <a:ea typeface="Arial"/>
                <a:cs typeface="Arial"/>
              </a:defRPr>
            </a:lvl7pPr>
            <a:lvl8pPr algn="l">
              <a:defRPr sz="1800" b="1">
                <a:solidFill>
                  <a:srgbClr val="102235"/>
                </a:solidFill>
                <a:latin typeface="Arial"/>
                <a:ea typeface="Arial"/>
                <a:cs typeface="Arial"/>
              </a:defRPr>
            </a:lvl8pPr>
            <a:lvl9pPr algn="l">
              <a:defRPr sz="1800" b="1">
                <a:solidFill>
                  <a:srgbClr val="102235"/>
                </a:solidFill>
                <a:latin typeface="Arial"/>
                <a:ea typeface="Arial"/>
                <a:cs typeface="Arial"/>
              </a:defRPr>
            </a:lvl9pPr>
          </a:lstStyle>
          <a:p xmlns:a="http://schemas.openxmlformats.org/drawingml/2006/main">
            <a:pPr algn="l">
              <a:defRPr sz="1800" b="1">
                <a:solidFill>
                  <a:srgbClr val="102235"/>
                </a:solidFill>
                <a:latin typeface="Arial"/>
                <a:ea typeface="Arial"/>
                <a:cs typeface="Arial"/>
              </a:defRPr>
            </a:pPr>
            <a:r>
              <a:rPr sz="1800" b="1">
                <a:solidFill>
                  <a:srgbClr val="102235"/>
                </a:solidFill>
                <a:latin typeface="Arial"/>
                <a:ea typeface="Arial"/>
                <a:cs typeface="Arial"/>
              </a:rPr>
              <a:t>JWT authorizer</a:t>
            </a:r>
          </a:p>
        </p:txBody>
      </p:sp>
      <p:sp>
        <p:nvSpPr>
          <p:cNvPr id="8" name="">
            <a:extLst xmlns:a="http://schemas.openxmlformats.org/drawingml/2006/main">
              <a:ext uri="{FF2B5EF4-FFF2-40B4-BE49-F238E27FC236}">
                <a16:creationId xmlns:a16="http://schemas.microsoft.com/office/drawing/2014/main" id="{48D246BA-38AB-43E9-BA66-E2431C22C5DB}"/>
              </a:ext>
            </a:extLst>
          </p:cNvPr>
          <p:cNvSpPr>
            <a:spLocks xmlns:a="http://schemas.openxmlformats.org/drawingml/2006/main" noGrp="1"/>
          </p:cNvSpPr>
          <p:nvPr/>
        </p:nvSpPr>
        <p:spPr>
          <a:xfrm xmlns:a="http://schemas.openxmlformats.org/drawingml/2006/main">
            <a:off x="857250" y="23812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Issuer y audiencia de Entra ID</a:t>
            </a:r>
          </a:p>
        </p:txBody>
      </p:sp>
      <p:sp>
        <p:nvSpPr>
          <p:cNvPr id="9" name="">
            <a:extLst xmlns:a="http://schemas.openxmlformats.org/drawingml/2006/main">
              <a:ext uri="{FF2B5EF4-FFF2-40B4-BE49-F238E27FC236}">
                <a16:creationId xmlns:a16="http://schemas.microsoft.com/office/drawing/2014/main" id="{E0BA9818-E8BB-499D-A0AB-CADA70CE1780}"/>
              </a:ext>
            </a:extLst>
          </p:cNvPr>
          <p:cNvSpPr>
            <a:spLocks xmlns:a="http://schemas.openxmlformats.org/drawingml/2006/main" noGrp="1"/>
          </p:cNvSpPr>
          <p:nvPr/>
        </p:nvSpPr>
        <p:spPr>
          <a:xfrm xmlns:a="http://schemas.openxmlformats.org/drawingml/2006/main">
            <a:off x="4495800" y="1981200"/>
            <a:ext cx="3143250" cy="97155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10" name="">
            <a:extLst xmlns:a="http://schemas.openxmlformats.org/drawingml/2006/main">
              <a:ext uri="{FF2B5EF4-FFF2-40B4-BE49-F238E27FC236}">
                <a16:creationId xmlns:a16="http://schemas.microsoft.com/office/drawing/2014/main" id="{8C9AF58C-62FA-482E-8B44-99C9D59D54E2}"/>
              </a:ext>
            </a:extLst>
          </p:cNvPr>
          <p:cNvSpPr>
            <a:spLocks xmlns:a="http://schemas.openxmlformats.org/drawingml/2006/main" noGrp="1"/>
          </p:cNvSpPr>
          <p:nvPr/>
        </p:nvSpPr>
        <p:spPr>
          <a:xfrm xmlns:a="http://schemas.openxmlformats.org/drawingml/2006/main">
            <a:off x="4495800" y="1981200"/>
            <a:ext cx="66675" cy="971550"/>
          </a:xfrm>
          <a:prstGeom xmlns:a="http://schemas.openxmlformats.org/drawingml/2006/main" prst="rect">
            <a:avLst/>
          </a:prstGeom>
          <a:solidFill xmlns:a="http://schemas.openxmlformats.org/drawingml/2006/main">
            <a:srgbClr val="2D67B2"/>
          </a:solidFill>
          <a:ln xmlns:a="http://schemas.openxmlformats.org/drawingml/2006/main" w="0">
            <a:solidFill>
              <a:srgbClr val="2D67B2"/>
            </a:solidFill>
            <a:prstDash val="solid"/>
          </a:ln>
        </p:spPr>
      </p:sp>
      <p:sp>
        <p:nvSpPr>
          <p:cNvPr id="11" name="">
            <a:extLst xmlns:a="http://schemas.openxmlformats.org/drawingml/2006/main">
              <a:ext uri="{FF2B5EF4-FFF2-40B4-BE49-F238E27FC236}">
                <a16:creationId xmlns:a16="http://schemas.microsoft.com/office/drawing/2014/main" id="{D5D71A0E-447A-4B53-B592-0945B197AA77}"/>
              </a:ext>
            </a:extLst>
          </p:cNvPr>
          <p:cNvSpPr>
            <a:spLocks xmlns:a="http://schemas.openxmlformats.org/drawingml/2006/main" noGrp="1"/>
          </p:cNvSpPr>
          <p:nvPr/>
        </p:nvSpPr>
        <p:spPr>
          <a:xfrm xmlns:a="http://schemas.openxmlformats.org/drawingml/2006/main">
            <a:off x="4667250" y="2066925"/>
            <a:ext cx="285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02235"/>
                </a:solidFill>
                <a:latin typeface="Arial"/>
                <a:ea typeface="Arial"/>
                <a:cs typeface="Arial"/>
              </a:defRPr>
            </a:defPPr>
            <a:lvl1pPr algn="l">
              <a:defRPr sz="1800" b="1">
                <a:solidFill>
                  <a:srgbClr val="102235"/>
                </a:solidFill>
                <a:latin typeface="Arial"/>
                <a:ea typeface="Arial"/>
                <a:cs typeface="Arial"/>
              </a:defRPr>
            </a:lvl1pPr>
            <a:lvl2pPr algn="l">
              <a:defRPr sz="1800" b="1">
                <a:solidFill>
                  <a:srgbClr val="102235"/>
                </a:solidFill>
                <a:latin typeface="Arial"/>
                <a:ea typeface="Arial"/>
                <a:cs typeface="Arial"/>
              </a:defRPr>
            </a:lvl2pPr>
            <a:lvl3pPr algn="l">
              <a:defRPr sz="1800" b="1">
                <a:solidFill>
                  <a:srgbClr val="102235"/>
                </a:solidFill>
                <a:latin typeface="Arial"/>
                <a:ea typeface="Arial"/>
                <a:cs typeface="Arial"/>
              </a:defRPr>
            </a:lvl3pPr>
            <a:lvl4pPr algn="l">
              <a:defRPr sz="1800" b="1">
                <a:solidFill>
                  <a:srgbClr val="102235"/>
                </a:solidFill>
                <a:latin typeface="Arial"/>
                <a:ea typeface="Arial"/>
                <a:cs typeface="Arial"/>
              </a:defRPr>
            </a:lvl4pPr>
            <a:lvl5pPr algn="l">
              <a:defRPr sz="1800" b="1">
                <a:solidFill>
                  <a:srgbClr val="102235"/>
                </a:solidFill>
                <a:latin typeface="Arial"/>
                <a:ea typeface="Arial"/>
                <a:cs typeface="Arial"/>
              </a:defRPr>
            </a:lvl5pPr>
            <a:lvl6pPr algn="l">
              <a:defRPr sz="1800" b="1">
                <a:solidFill>
                  <a:srgbClr val="102235"/>
                </a:solidFill>
                <a:latin typeface="Arial"/>
                <a:ea typeface="Arial"/>
                <a:cs typeface="Arial"/>
              </a:defRPr>
            </a:lvl6pPr>
            <a:lvl7pPr algn="l">
              <a:defRPr sz="1800" b="1">
                <a:solidFill>
                  <a:srgbClr val="102235"/>
                </a:solidFill>
                <a:latin typeface="Arial"/>
                <a:ea typeface="Arial"/>
                <a:cs typeface="Arial"/>
              </a:defRPr>
            </a:lvl7pPr>
            <a:lvl8pPr algn="l">
              <a:defRPr sz="1800" b="1">
                <a:solidFill>
                  <a:srgbClr val="102235"/>
                </a:solidFill>
                <a:latin typeface="Arial"/>
                <a:ea typeface="Arial"/>
                <a:cs typeface="Arial"/>
              </a:defRPr>
            </a:lvl8pPr>
            <a:lvl9pPr algn="l">
              <a:defRPr sz="1800" b="1">
                <a:solidFill>
                  <a:srgbClr val="102235"/>
                </a:solidFill>
                <a:latin typeface="Arial"/>
                <a:ea typeface="Arial"/>
                <a:cs typeface="Arial"/>
              </a:defRPr>
            </a:lvl9pPr>
          </a:lstStyle>
          <a:p xmlns:a="http://schemas.openxmlformats.org/drawingml/2006/main">
            <a:pPr algn="l">
              <a:defRPr sz="1800" b="1">
                <a:solidFill>
                  <a:srgbClr val="102235"/>
                </a:solidFill>
                <a:latin typeface="Arial"/>
                <a:ea typeface="Arial"/>
                <a:cs typeface="Arial"/>
              </a:defRPr>
            </a:pPr>
            <a:r>
              <a:rPr sz="1800" b="1">
                <a:solidFill>
                  <a:srgbClr val="102235"/>
                </a:solidFill>
                <a:latin typeface="Arial"/>
                <a:ea typeface="Arial"/>
                <a:cs typeface="Arial"/>
              </a:rPr>
              <a:t>API Gateway</a:t>
            </a:r>
          </a:p>
        </p:txBody>
      </p:sp>
      <p:sp>
        <p:nvSpPr>
          <p:cNvPr id="12" name="">
            <a:extLst xmlns:a="http://schemas.openxmlformats.org/drawingml/2006/main">
              <a:ext uri="{FF2B5EF4-FFF2-40B4-BE49-F238E27FC236}">
                <a16:creationId xmlns:a16="http://schemas.microsoft.com/office/drawing/2014/main" id="{D58B5001-235A-45BC-938B-BB2B528FF2F0}"/>
              </a:ext>
            </a:extLst>
          </p:cNvPr>
          <p:cNvSpPr>
            <a:spLocks xmlns:a="http://schemas.openxmlformats.org/drawingml/2006/main" noGrp="1"/>
          </p:cNvSpPr>
          <p:nvPr/>
        </p:nvSpPr>
        <p:spPr>
          <a:xfrm xmlns:a="http://schemas.openxmlformats.org/drawingml/2006/main">
            <a:off x="4667250" y="23812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Rutas proxy → Docker</a:t>
            </a:r>
          </a:p>
        </p:txBody>
      </p:sp>
      <p:sp>
        <p:nvSpPr>
          <p:cNvPr id="14" name="">
            <a:extLst xmlns:a="http://schemas.openxmlformats.org/drawingml/2006/main">
              <a:ext uri="{FF2B5EF4-FFF2-40B4-BE49-F238E27FC236}">
                <a16:creationId xmlns:a16="http://schemas.microsoft.com/office/drawing/2014/main" id="{08FE797F-5B71-49CA-8372-11ABDFE36061}"/>
              </a:ext>
            </a:extLst>
          </p:cNvPr>
          <p:cNvSpPr>
            <a:spLocks xmlns:a="http://schemas.openxmlformats.org/drawingml/2006/main" noGrp="1"/>
          </p:cNvSpPr>
          <p:nvPr/>
        </p:nvSpPr>
        <p:spPr>
          <a:xfrm xmlns:a="http://schemas.openxmlformats.org/drawingml/2006/main">
            <a:off x="685800" y="34956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526879"/>
                </a:solidFill>
                <a:latin typeface="Arial"/>
                <a:ea typeface="Arial"/>
                <a:cs typeface="Arial"/>
              </a:defRPr>
            </a:defPPr>
            <a:lvl1pPr algn="l">
              <a:defRPr sz="1200" b="1">
                <a:solidFill>
                  <a:srgbClr val="526879"/>
                </a:solidFill>
                <a:latin typeface="Arial"/>
                <a:ea typeface="Arial"/>
                <a:cs typeface="Arial"/>
              </a:defRPr>
            </a:lvl1pPr>
            <a:lvl2pPr algn="l">
              <a:defRPr sz="1200" b="1">
                <a:solidFill>
                  <a:srgbClr val="526879"/>
                </a:solidFill>
                <a:latin typeface="Arial"/>
                <a:ea typeface="Arial"/>
                <a:cs typeface="Arial"/>
              </a:defRPr>
            </a:lvl2pPr>
            <a:lvl3pPr algn="l">
              <a:defRPr sz="1200" b="1">
                <a:solidFill>
                  <a:srgbClr val="526879"/>
                </a:solidFill>
                <a:latin typeface="Arial"/>
                <a:ea typeface="Arial"/>
                <a:cs typeface="Arial"/>
              </a:defRPr>
            </a:lvl3pPr>
            <a:lvl4pPr algn="l">
              <a:defRPr sz="1200" b="1">
                <a:solidFill>
                  <a:srgbClr val="526879"/>
                </a:solidFill>
                <a:latin typeface="Arial"/>
                <a:ea typeface="Arial"/>
                <a:cs typeface="Arial"/>
              </a:defRPr>
            </a:lvl4pPr>
            <a:lvl5pPr algn="l">
              <a:defRPr sz="1200" b="1">
                <a:solidFill>
                  <a:srgbClr val="526879"/>
                </a:solidFill>
                <a:latin typeface="Arial"/>
                <a:ea typeface="Arial"/>
                <a:cs typeface="Arial"/>
              </a:defRPr>
            </a:lvl5pPr>
            <a:lvl6pPr algn="l">
              <a:defRPr sz="1200" b="1">
                <a:solidFill>
                  <a:srgbClr val="526879"/>
                </a:solidFill>
                <a:latin typeface="Arial"/>
                <a:ea typeface="Arial"/>
                <a:cs typeface="Arial"/>
              </a:defRPr>
            </a:lvl6pPr>
            <a:lvl7pPr algn="l">
              <a:defRPr sz="1200" b="1">
                <a:solidFill>
                  <a:srgbClr val="526879"/>
                </a:solidFill>
                <a:latin typeface="Arial"/>
                <a:ea typeface="Arial"/>
                <a:cs typeface="Arial"/>
              </a:defRPr>
            </a:lvl7pPr>
            <a:lvl8pPr algn="l">
              <a:defRPr sz="1200" b="1">
                <a:solidFill>
                  <a:srgbClr val="526879"/>
                </a:solidFill>
                <a:latin typeface="Arial"/>
                <a:ea typeface="Arial"/>
                <a:cs typeface="Arial"/>
              </a:defRPr>
            </a:lvl8pPr>
            <a:lvl9pPr algn="l">
              <a:defRPr sz="1200" b="1">
                <a:solidFill>
                  <a:srgbClr val="526879"/>
                </a:solidFill>
                <a:latin typeface="Arial"/>
                <a:ea typeface="Arial"/>
                <a:cs typeface="Arial"/>
              </a:defRPr>
            </a:lvl9pPr>
          </a:lstStyle>
          <a:p xmlns:a="http://schemas.openxmlformats.org/drawingml/2006/main">
            <a:pPr algn="l">
              <a:defRPr sz="1200" b="1">
                <a:solidFill>
                  <a:srgbClr val="526879"/>
                </a:solidFill>
                <a:latin typeface="Arial"/>
                <a:ea typeface="Arial"/>
                <a:cs typeface="Arial"/>
              </a:defRPr>
            </a:pPr>
            <a:r>
              <a:rPr sz="1200" b="1">
                <a:solidFill>
                  <a:srgbClr val="526879"/>
                </a:solidFill>
                <a:latin typeface="Arial"/>
                <a:ea typeface="Arial"/>
                <a:cs typeface="Arial"/>
              </a:rPr>
              <a:t>RUTAS</a:t>
            </a:r>
          </a:p>
        </p:txBody>
      </p:sp>
      <p:sp>
        <p:nvSpPr>
          <p:cNvPr id="15" name="">
            <a:extLst xmlns:a="http://schemas.openxmlformats.org/drawingml/2006/main">
              <a:ext uri="{FF2B5EF4-FFF2-40B4-BE49-F238E27FC236}">
                <a16:creationId xmlns:a16="http://schemas.microsoft.com/office/drawing/2014/main" id="{A53F22A0-3206-4DA7-A41D-99C1D12A33E1}"/>
              </a:ext>
            </a:extLst>
          </p:cNvPr>
          <p:cNvSpPr>
            <a:spLocks xmlns:a="http://schemas.openxmlformats.org/drawingml/2006/main" noGrp="1"/>
          </p:cNvSpPr>
          <p:nvPr/>
        </p:nvSpPr>
        <p:spPr>
          <a:xfrm xmlns:a="http://schemas.openxmlformats.org/drawingml/2006/main">
            <a:off x="685800" y="3905250"/>
            <a:ext cx="3714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02235"/>
                </a:solidFill>
                <a:latin typeface="Arial"/>
                <a:ea typeface="Arial"/>
                <a:cs typeface="Arial"/>
              </a:defRPr>
            </a:defPPr>
            <a:lvl1pPr algn="l">
              <a:defRPr sz="1650" b="1">
                <a:solidFill>
                  <a:srgbClr val="102235"/>
                </a:solidFill>
                <a:latin typeface="Arial"/>
                <a:ea typeface="Arial"/>
                <a:cs typeface="Arial"/>
              </a:defRPr>
            </a:lvl1pPr>
            <a:lvl2pPr algn="l">
              <a:defRPr sz="1650" b="1">
                <a:solidFill>
                  <a:srgbClr val="102235"/>
                </a:solidFill>
                <a:latin typeface="Arial"/>
                <a:ea typeface="Arial"/>
                <a:cs typeface="Arial"/>
              </a:defRPr>
            </a:lvl2pPr>
            <a:lvl3pPr algn="l">
              <a:defRPr sz="1650" b="1">
                <a:solidFill>
                  <a:srgbClr val="102235"/>
                </a:solidFill>
                <a:latin typeface="Arial"/>
                <a:ea typeface="Arial"/>
                <a:cs typeface="Arial"/>
              </a:defRPr>
            </a:lvl3pPr>
            <a:lvl4pPr algn="l">
              <a:defRPr sz="1650" b="1">
                <a:solidFill>
                  <a:srgbClr val="102235"/>
                </a:solidFill>
                <a:latin typeface="Arial"/>
                <a:ea typeface="Arial"/>
                <a:cs typeface="Arial"/>
              </a:defRPr>
            </a:lvl4pPr>
            <a:lvl5pPr algn="l">
              <a:defRPr sz="1650" b="1">
                <a:solidFill>
                  <a:srgbClr val="102235"/>
                </a:solidFill>
                <a:latin typeface="Arial"/>
                <a:ea typeface="Arial"/>
                <a:cs typeface="Arial"/>
              </a:defRPr>
            </a:lvl5pPr>
            <a:lvl6pPr algn="l">
              <a:defRPr sz="1650" b="1">
                <a:solidFill>
                  <a:srgbClr val="102235"/>
                </a:solidFill>
                <a:latin typeface="Arial"/>
                <a:ea typeface="Arial"/>
                <a:cs typeface="Arial"/>
              </a:defRPr>
            </a:lvl6pPr>
            <a:lvl7pPr algn="l">
              <a:defRPr sz="1650" b="1">
                <a:solidFill>
                  <a:srgbClr val="102235"/>
                </a:solidFill>
                <a:latin typeface="Arial"/>
                <a:ea typeface="Arial"/>
                <a:cs typeface="Arial"/>
              </a:defRPr>
            </a:lvl7pPr>
            <a:lvl8pPr algn="l">
              <a:defRPr sz="1650" b="1">
                <a:solidFill>
                  <a:srgbClr val="102235"/>
                </a:solidFill>
                <a:latin typeface="Arial"/>
                <a:ea typeface="Arial"/>
                <a:cs typeface="Arial"/>
              </a:defRPr>
            </a:lvl8pPr>
            <a:lvl9pPr algn="l">
              <a:defRPr sz="1650" b="1">
                <a:solidFill>
                  <a:srgbClr val="102235"/>
                </a:solidFill>
                <a:latin typeface="Arial"/>
                <a:ea typeface="Arial"/>
                <a:cs typeface="Arial"/>
              </a:defRPr>
            </a:lvl9pPr>
          </a:lstStyle>
          <a:p xmlns:a="http://schemas.openxmlformats.org/drawingml/2006/main">
            <a:pPr algn="l">
              <a:defRPr sz="1650" b="1">
                <a:solidFill>
                  <a:srgbClr val="102235"/>
                </a:solidFill>
                <a:latin typeface="Arial"/>
                <a:ea typeface="Arial"/>
                <a:cs typeface="Arial"/>
              </a:defRPr>
            </a:pPr>
            <a:r>
              <a:rPr sz="1650" b="1">
                <a:solidFill>
                  <a:srgbClr val="102235"/>
                </a:solidFill>
                <a:latin typeface="Arial"/>
                <a:ea typeface="Arial"/>
                <a:cs typeface="Arial"/>
              </a:rPr>
              <a:t>/users/{proxy+}</a:t>
            </a:r>
          </a:p>
        </p:txBody>
      </p:sp>
      <p:sp>
        <p:nvSpPr>
          <p:cNvPr id="16" name="">
            <a:extLst xmlns:a="http://schemas.openxmlformats.org/drawingml/2006/main">
              <a:ext uri="{FF2B5EF4-FFF2-40B4-BE49-F238E27FC236}">
                <a16:creationId xmlns:a16="http://schemas.microsoft.com/office/drawing/2014/main" id="{68DB0BE3-7F9A-42C5-B025-7D63F6880682}"/>
              </a:ext>
            </a:extLst>
          </p:cNvPr>
          <p:cNvSpPr>
            <a:spLocks xmlns:a="http://schemas.openxmlformats.org/drawingml/2006/main" noGrp="1"/>
          </p:cNvSpPr>
          <p:nvPr/>
        </p:nvSpPr>
        <p:spPr>
          <a:xfrm xmlns:a="http://schemas.openxmlformats.org/drawingml/2006/main">
            <a:off x="4524375" y="4095750"/>
            <a:ext cx="781050" cy="9525"/>
          </a:xfrm>
          <a:prstGeom xmlns:a="http://schemas.openxmlformats.org/drawingml/2006/main" prst="rect">
            <a:avLst/>
          </a:prstGeom>
          <a:solidFill xmlns:a="http://schemas.openxmlformats.org/drawingml/2006/main">
            <a:srgbClr val="BED0DA"/>
          </a:solidFill>
          <a:ln xmlns:a="http://schemas.openxmlformats.org/drawingml/2006/main" w="9525">
            <a:solidFill>
              <a:srgbClr val="BED0DA"/>
            </a:solidFill>
            <a:prstDash val="solid"/>
          </a:ln>
        </p:spPr>
      </p:sp>
      <p:sp>
        <p:nvSpPr>
          <p:cNvPr id="17" name="">
            <a:extLst xmlns:a="http://schemas.openxmlformats.org/drawingml/2006/main">
              <a:ext uri="{FF2B5EF4-FFF2-40B4-BE49-F238E27FC236}">
                <a16:creationId xmlns:a16="http://schemas.microsoft.com/office/drawing/2014/main" id="{45CECDE3-8D75-4233-AD57-40340FEAF34F}"/>
              </a:ext>
            </a:extLst>
          </p:cNvPr>
          <p:cNvSpPr>
            <a:spLocks xmlns:a="http://schemas.openxmlformats.org/drawingml/2006/main" noGrp="1"/>
          </p:cNvSpPr>
          <p:nvPr/>
        </p:nvSpPr>
        <p:spPr>
          <a:xfrm xmlns:a="http://schemas.openxmlformats.org/drawingml/2006/main">
            <a:off x="5524500" y="3905250"/>
            <a:ext cx="323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172B3A"/>
                </a:solidFill>
                <a:latin typeface="Arial"/>
                <a:ea typeface="Arial"/>
                <a:cs typeface="Arial"/>
              </a:defRPr>
            </a:defPPr>
            <a:lvl1pPr algn="l">
              <a:defRPr sz="1575" b="0">
                <a:solidFill>
                  <a:srgbClr val="172B3A"/>
                </a:solidFill>
                <a:latin typeface="Arial"/>
                <a:ea typeface="Arial"/>
                <a:cs typeface="Arial"/>
              </a:defRPr>
            </a:lvl1pPr>
            <a:lvl2pPr algn="l">
              <a:defRPr sz="1575" b="0">
                <a:solidFill>
                  <a:srgbClr val="172B3A"/>
                </a:solidFill>
                <a:latin typeface="Arial"/>
                <a:ea typeface="Arial"/>
                <a:cs typeface="Arial"/>
              </a:defRPr>
            </a:lvl2pPr>
            <a:lvl3pPr algn="l">
              <a:defRPr sz="1575" b="0">
                <a:solidFill>
                  <a:srgbClr val="172B3A"/>
                </a:solidFill>
                <a:latin typeface="Arial"/>
                <a:ea typeface="Arial"/>
                <a:cs typeface="Arial"/>
              </a:defRPr>
            </a:lvl3pPr>
            <a:lvl4pPr algn="l">
              <a:defRPr sz="1575" b="0">
                <a:solidFill>
                  <a:srgbClr val="172B3A"/>
                </a:solidFill>
                <a:latin typeface="Arial"/>
                <a:ea typeface="Arial"/>
                <a:cs typeface="Arial"/>
              </a:defRPr>
            </a:lvl4pPr>
            <a:lvl5pPr algn="l">
              <a:defRPr sz="1575" b="0">
                <a:solidFill>
                  <a:srgbClr val="172B3A"/>
                </a:solidFill>
                <a:latin typeface="Arial"/>
                <a:ea typeface="Arial"/>
                <a:cs typeface="Arial"/>
              </a:defRPr>
            </a:lvl5pPr>
            <a:lvl6pPr algn="l">
              <a:defRPr sz="1575" b="0">
                <a:solidFill>
                  <a:srgbClr val="172B3A"/>
                </a:solidFill>
                <a:latin typeface="Arial"/>
                <a:ea typeface="Arial"/>
                <a:cs typeface="Arial"/>
              </a:defRPr>
            </a:lvl6pPr>
            <a:lvl7pPr algn="l">
              <a:defRPr sz="1575" b="0">
                <a:solidFill>
                  <a:srgbClr val="172B3A"/>
                </a:solidFill>
                <a:latin typeface="Arial"/>
                <a:ea typeface="Arial"/>
                <a:cs typeface="Arial"/>
              </a:defRPr>
            </a:lvl7pPr>
            <a:lvl8pPr algn="l">
              <a:defRPr sz="1575" b="0">
                <a:solidFill>
                  <a:srgbClr val="172B3A"/>
                </a:solidFill>
                <a:latin typeface="Arial"/>
                <a:ea typeface="Arial"/>
                <a:cs typeface="Arial"/>
              </a:defRPr>
            </a:lvl8pPr>
            <a:lvl9pPr algn="l">
              <a:defRPr sz="1575" b="0">
                <a:solidFill>
                  <a:srgbClr val="172B3A"/>
                </a:solidFill>
                <a:latin typeface="Arial"/>
                <a:ea typeface="Arial"/>
                <a:cs typeface="Arial"/>
              </a:defRPr>
            </a:lvl9pPr>
          </a:lstStyle>
          <a:p xmlns:a="http://schemas.openxmlformats.org/drawingml/2006/main">
            <a:pPr algn="l">
              <a:defRPr sz="1575" b="0">
                <a:solidFill>
                  <a:srgbClr val="172B3A"/>
                </a:solidFill>
                <a:latin typeface="Arial"/>
                <a:ea typeface="Arial"/>
                <a:cs typeface="Arial"/>
              </a:defRPr>
            </a:pPr>
            <a:r>
              <a:rPr sz="1575" b="0">
                <a:solidFill>
                  <a:srgbClr val="172B3A"/>
                </a:solidFill>
                <a:latin typeface="Arial"/>
                <a:ea typeface="Arial"/>
                <a:cs typeface="Arial"/>
              </a:rPr>
              <a:t>user-service</a:t>
            </a:r>
          </a:p>
        </p:txBody>
      </p:sp>
      <p:sp>
        <p:nvSpPr>
          <p:cNvPr id="18" name="">
            <a:extLst xmlns:a="http://schemas.openxmlformats.org/drawingml/2006/main">
              <a:ext uri="{FF2B5EF4-FFF2-40B4-BE49-F238E27FC236}">
                <a16:creationId xmlns:a16="http://schemas.microsoft.com/office/drawing/2014/main" id="{E6B64C86-7E8E-418D-A1D2-592121FBC86B}"/>
              </a:ext>
            </a:extLst>
          </p:cNvPr>
          <p:cNvSpPr>
            <a:spLocks xmlns:a="http://schemas.openxmlformats.org/drawingml/2006/main" noGrp="1"/>
          </p:cNvSpPr>
          <p:nvPr/>
        </p:nvSpPr>
        <p:spPr>
          <a:xfrm xmlns:a="http://schemas.openxmlformats.org/drawingml/2006/main">
            <a:off x="685800" y="4410075"/>
            <a:ext cx="3714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02235"/>
                </a:solidFill>
                <a:latin typeface="Arial"/>
                <a:ea typeface="Arial"/>
                <a:cs typeface="Arial"/>
              </a:defRPr>
            </a:defPPr>
            <a:lvl1pPr algn="l">
              <a:defRPr sz="1650" b="1">
                <a:solidFill>
                  <a:srgbClr val="102235"/>
                </a:solidFill>
                <a:latin typeface="Arial"/>
                <a:ea typeface="Arial"/>
                <a:cs typeface="Arial"/>
              </a:defRPr>
            </a:lvl1pPr>
            <a:lvl2pPr algn="l">
              <a:defRPr sz="1650" b="1">
                <a:solidFill>
                  <a:srgbClr val="102235"/>
                </a:solidFill>
                <a:latin typeface="Arial"/>
                <a:ea typeface="Arial"/>
                <a:cs typeface="Arial"/>
              </a:defRPr>
            </a:lvl2pPr>
            <a:lvl3pPr algn="l">
              <a:defRPr sz="1650" b="1">
                <a:solidFill>
                  <a:srgbClr val="102235"/>
                </a:solidFill>
                <a:latin typeface="Arial"/>
                <a:ea typeface="Arial"/>
                <a:cs typeface="Arial"/>
              </a:defRPr>
            </a:lvl3pPr>
            <a:lvl4pPr algn="l">
              <a:defRPr sz="1650" b="1">
                <a:solidFill>
                  <a:srgbClr val="102235"/>
                </a:solidFill>
                <a:latin typeface="Arial"/>
                <a:ea typeface="Arial"/>
                <a:cs typeface="Arial"/>
              </a:defRPr>
            </a:lvl4pPr>
            <a:lvl5pPr algn="l">
              <a:defRPr sz="1650" b="1">
                <a:solidFill>
                  <a:srgbClr val="102235"/>
                </a:solidFill>
                <a:latin typeface="Arial"/>
                <a:ea typeface="Arial"/>
                <a:cs typeface="Arial"/>
              </a:defRPr>
            </a:lvl5pPr>
            <a:lvl6pPr algn="l">
              <a:defRPr sz="1650" b="1">
                <a:solidFill>
                  <a:srgbClr val="102235"/>
                </a:solidFill>
                <a:latin typeface="Arial"/>
                <a:ea typeface="Arial"/>
                <a:cs typeface="Arial"/>
              </a:defRPr>
            </a:lvl6pPr>
            <a:lvl7pPr algn="l">
              <a:defRPr sz="1650" b="1">
                <a:solidFill>
                  <a:srgbClr val="102235"/>
                </a:solidFill>
                <a:latin typeface="Arial"/>
                <a:ea typeface="Arial"/>
                <a:cs typeface="Arial"/>
              </a:defRPr>
            </a:lvl7pPr>
            <a:lvl8pPr algn="l">
              <a:defRPr sz="1650" b="1">
                <a:solidFill>
                  <a:srgbClr val="102235"/>
                </a:solidFill>
                <a:latin typeface="Arial"/>
                <a:ea typeface="Arial"/>
                <a:cs typeface="Arial"/>
              </a:defRPr>
            </a:lvl8pPr>
            <a:lvl9pPr algn="l">
              <a:defRPr sz="1650" b="1">
                <a:solidFill>
                  <a:srgbClr val="102235"/>
                </a:solidFill>
                <a:latin typeface="Arial"/>
                <a:ea typeface="Arial"/>
                <a:cs typeface="Arial"/>
              </a:defRPr>
            </a:lvl9pPr>
          </a:lstStyle>
          <a:p xmlns:a="http://schemas.openxmlformats.org/drawingml/2006/main">
            <a:pPr algn="l">
              <a:defRPr sz="1650" b="1">
                <a:solidFill>
                  <a:srgbClr val="102235"/>
                </a:solidFill>
                <a:latin typeface="Arial"/>
                <a:ea typeface="Arial"/>
                <a:cs typeface="Arial"/>
              </a:defRPr>
            </a:pPr>
            <a:r>
              <a:rPr sz="1650" b="1">
                <a:solidFill>
                  <a:srgbClr val="102235"/>
                </a:solidFill>
                <a:latin typeface="Arial"/>
                <a:ea typeface="Arial"/>
                <a:cs typeface="Arial"/>
              </a:rPr>
              <a:t>/items/{proxy+}</a:t>
            </a:r>
          </a:p>
        </p:txBody>
      </p:sp>
      <p:sp>
        <p:nvSpPr>
          <p:cNvPr id="19" name="">
            <a:extLst xmlns:a="http://schemas.openxmlformats.org/drawingml/2006/main">
              <a:ext uri="{FF2B5EF4-FFF2-40B4-BE49-F238E27FC236}">
                <a16:creationId xmlns:a16="http://schemas.microsoft.com/office/drawing/2014/main" id="{CA7658A7-5087-46AD-BF43-A38CBA860A0E}"/>
              </a:ext>
            </a:extLst>
          </p:cNvPr>
          <p:cNvSpPr>
            <a:spLocks xmlns:a="http://schemas.openxmlformats.org/drawingml/2006/main" noGrp="1"/>
          </p:cNvSpPr>
          <p:nvPr/>
        </p:nvSpPr>
        <p:spPr>
          <a:xfrm xmlns:a="http://schemas.openxmlformats.org/drawingml/2006/main">
            <a:off x="4524375" y="4600575"/>
            <a:ext cx="781050" cy="9525"/>
          </a:xfrm>
          <a:prstGeom xmlns:a="http://schemas.openxmlformats.org/drawingml/2006/main" prst="rect">
            <a:avLst/>
          </a:prstGeom>
          <a:solidFill xmlns:a="http://schemas.openxmlformats.org/drawingml/2006/main">
            <a:srgbClr val="BED0DA"/>
          </a:solidFill>
          <a:ln xmlns:a="http://schemas.openxmlformats.org/drawingml/2006/main" w="9525">
            <a:solidFill>
              <a:srgbClr val="BED0DA"/>
            </a:solidFill>
            <a:prstDash val="solid"/>
          </a:ln>
        </p:spPr>
      </p:sp>
      <p:sp>
        <p:nvSpPr>
          <p:cNvPr id="20" name="">
            <a:extLst xmlns:a="http://schemas.openxmlformats.org/drawingml/2006/main">
              <a:ext uri="{FF2B5EF4-FFF2-40B4-BE49-F238E27FC236}">
                <a16:creationId xmlns:a16="http://schemas.microsoft.com/office/drawing/2014/main" id="{38ECB779-34B6-48DE-BB65-18EADE909219}"/>
              </a:ext>
            </a:extLst>
          </p:cNvPr>
          <p:cNvSpPr>
            <a:spLocks xmlns:a="http://schemas.openxmlformats.org/drawingml/2006/main" noGrp="1"/>
          </p:cNvSpPr>
          <p:nvPr/>
        </p:nvSpPr>
        <p:spPr>
          <a:xfrm xmlns:a="http://schemas.openxmlformats.org/drawingml/2006/main">
            <a:off x="5524500" y="4410075"/>
            <a:ext cx="323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172B3A"/>
                </a:solidFill>
                <a:latin typeface="Arial"/>
                <a:ea typeface="Arial"/>
                <a:cs typeface="Arial"/>
              </a:defRPr>
            </a:defPPr>
            <a:lvl1pPr algn="l">
              <a:defRPr sz="1575" b="0">
                <a:solidFill>
                  <a:srgbClr val="172B3A"/>
                </a:solidFill>
                <a:latin typeface="Arial"/>
                <a:ea typeface="Arial"/>
                <a:cs typeface="Arial"/>
              </a:defRPr>
            </a:lvl1pPr>
            <a:lvl2pPr algn="l">
              <a:defRPr sz="1575" b="0">
                <a:solidFill>
                  <a:srgbClr val="172B3A"/>
                </a:solidFill>
                <a:latin typeface="Arial"/>
                <a:ea typeface="Arial"/>
                <a:cs typeface="Arial"/>
              </a:defRPr>
            </a:lvl2pPr>
            <a:lvl3pPr algn="l">
              <a:defRPr sz="1575" b="0">
                <a:solidFill>
                  <a:srgbClr val="172B3A"/>
                </a:solidFill>
                <a:latin typeface="Arial"/>
                <a:ea typeface="Arial"/>
                <a:cs typeface="Arial"/>
              </a:defRPr>
            </a:lvl3pPr>
            <a:lvl4pPr algn="l">
              <a:defRPr sz="1575" b="0">
                <a:solidFill>
                  <a:srgbClr val="172B3A"/>
                </a:solidFill>
                <a:latin typeface="Arial"/>
                <a:ea typeface="Arial"/>
                <a:cs typeface="Arial"/>
              </a:defRPr>
            </a:lvl4pPr>
            <a:lvl5pPr algn="l">
              <a:defRPr sz="1575" b="0">
                <a:solidFill>
                  <a:srgbClr val="172B3A"/>
                </a:solidFill>
                <a:latin typeface="Arial"/>
                <a:ea typeface="Arial"/>
                <a:cs typeface="Arial"/>
              </a:defRPr>
            </a:lvl5pPr>
            <a:lvl6pPr algn="l">
              <a:defRPr sz="1575" b="0">
                <a:solidFill>
                  <a:srgbClr val="172B3A"/>
                </a:solidFill>
                <a:latin typeface="Arial"/>
                <a:ea typeface="Arial"/>
                <a:cs typeface="Arial"/>
              </a:defRPr>
            </a:lvl6pPr>
            <a:lvl7pPr algn="l">
              <a:defRPr sz="1575" b="0">
                <a:solidFill>
                  <a:srgbClr val="172B3A"/>
                </a:solidFill>
                <a:latin typeface="Arial"/>
                <a:ea typeface="Arial"/>
                <a:cs typeface="Arial"/>
              </a:defRPr>
            </a:lvl7pPr>
            <a:lvl8pPr algn="l">
              <a:defRPr sz="1575" b="0">
                <a:solidFill>
                  <a:srgbClr val="172B3A"/>
                </a:solidFill>
                <a:latin typeface="Arial"/>
                <a:ea typeface="Arial"/>
                <a:cs typeface="Arial"/>
              </a:defRPr>
            </a:lvl8pPr>
            <a:lvl9pPr algn="l">
              <a:defRPr sz="1575" b="0">
                <a:solidFill>
                  <a:srgbClr val="172B3A"/>
                </a:solidFill>
                <a:latin typeface="Arial"/>
                <a:ea typeface="Arial"/>
                <a:cs typeface="Arial"/>
              </a:defRPr>
            </a:lvl9pPr>
          </a:lstStyle>
          <a:p xmlns:a="http://schemas.openxmlformats.org/drawingml/2006/main">
            <a:pPr algn="l">
              <a:defRPr sz="1575" b="0">
                <a:solidFill>
                  <a:srgbClr val="172B3A"/>
                </a:solidFill>
                <a:latin typeface="Arial"/>
                <a:ea typeface="Arial"/>
                <a:cs typeface="Arial"/>
              </a:defRPr>
            </a:pPr>
            <a:r>
              <a:rPr sz="1575" b="0">
                <a:solidFill>
                  <a:srgbClr val="172B3A"/>
                </a:solidFill>
                <a:latin typeface="Arial"/>
                <a:ea typeface="Arial"/>
                <a:cs typeface="Arial"/>
              </a:rPr>
              <a:t>item-service</a:t>
            </a:r>
          </a:p>
        </p:txBody>
      </p:sp>
      <p:sp>
        <p:nvSpPr>
          <p:cNvPr id="21" name="">
            <a:extLst xmlns:a="http://schemas.openxmlformats.org/drawingml/2006/main">
              <a:ext uri="{FF2B5EF4-FFF2-40B4-BE49-F238E27FC236}">
                <a16:creationId xmlns:a16="http://schemas.microsoft.com/office/drawing/2014/main" id="{331051BA-622B-4157-AED0-4A29281B6B39}"/>
              </a:ext>
            </a:extLst>
          </p:cNvPr>
          <p:cNvSpPr>
            <a:spLocks xmlns:a="http://schemas.openxmlformats.org/drawingml/2006/main" noGrp="1"/>
          </p:cNvSpPr>
          <p:nvPr/>
        </p:nvSpPr>
        <p:spPr>
          <a:xfrm xmlns:a="http://schemas.openxmlformats.org/drawingml/2006/main">
            <a:off x="685800" y="4914900"/>
            <a:ext cx="3714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02235"/>
                </a:solidFill>
                <a:latin typeface="Arial"/>
                <a:ea typeface="Arial"/>
                <a:cs typeface="Arial"/>
              </a:defRPr>
            </a:defPPr>
            <a:lvl1pPr algn="l">
              <a:defRPr sz="1650" b="1">
                <a:solidFill>
                  <a:srgbClr val="102235"/>
                </a:solidFill>
                <a:latin typeface="Arial"/>
                <a:ea typeface="Arial"/>
                <a:cs typeface="Arial"/>
              </a:defRPr>
            </a:lvl1pPr>
            <a:lvl2pPr algn="l">
              <a:defRPr sz="1650" b="1">
                <a:solidFill>
                  <a:srgbClr val="102235"/>
                </a:solidFill>
                <a:latin typeface="Arial"/>
                <a:ea typeface="Arial"/>
                <a:cs typeface="Arial"/>
              </a:defRPr>
            </a:lvl2pPr>
            <a:lvl3pPr algn="l">
              <a:defRPr sz="1650" b="1">
                <a:solidFill>
                  <a:srgbClr val="102235"/>
                </a:solidFill>
                <a:latin typeface="Arial"/>
                <a:ea typeface="Arial"/>
                <a:cs typeface="Arial"/>
              </a:defRPr>
            </a:lvl3pPr>
            <a:lvl4pPr algn="l">
              <a:defRPr sz="1650" b="1">
                <a:solidFill>
                  <a:srgbClr val="102235"/>
                </a:solidFill>
                <a:latin typeface="Arial"/>
                <a:ea typeface="Arial"/>
                <a:cs typeface="Arial"/>
              </a:defRPr>
            </a:lvl4pPr>
            <a:lvl5pPr algn="l">
              <a:defRPr sz="1650" b="1">
                <a:solidFill>
                  <a:srgbClr val="102235"/>
                </a:solidFill>
                <a:latin typeface="Arial"/>
                <a:ea typeface="Arial"/>
                <a:cs typeface="Arial"/>
              </a:defRPr>
            </a:lvl5pPr>
            <a:lvl6pPr algn="l">
              <a:defRPr sz="1650" b="1">
                <a:solidFill>
                  <a:srgbClr val="102235"/>
                </a:solidFill>
                <a:latin typeface="Arial"/>
                <a:ea typeface="Arial"/>
                <a:cs typeface="Arial"/>
              </a:defRPr>
            </a:lvl6pPr>
            <a:lvl7pPr algn="l">
              <a:defRPr sz="1650" b="1">
                <a:solidFill>
                  <a:srgbClr val="102235"/>
                </a:solidFill>
                <a:latin typeface="Arial"/>
                <a:ea typeface="Arial"/>
                <a:cs typeface="Arial"/>
              </a:defRPr>
            </a:lvl7pPr>
            <a:lvl8pPr algn="l">
              <a:defRPr sz="1650" b="1">
                <a:solidFill>
                  <a:srgbClr val="102235"/>
                </a:solidFill>
                <a:latin typeface="Arial"/>
                <a:ea typeface="Arial"/>
                <a:cs typeface="Arial"/>
              </a:defRPr>
            </a:lvl8pPr>
            <a:lvl9pPr algn="l">
              <a:defRPr sz="1650" b="1">
                <a:solidFill>
                  <a:srgbClr val="102235"/>
                </a:solidFill>
                <a:latin typeface="Arial"/>
                <a:ea typeface="Arial"/>
                <a:cs typeface="Arial"/>
              </a:defRPr>
            </a:lvl9pPr>
          </a:lstStyle>
          <a:p xmlns:a="http://schemas.openxmlformats.org/drawingml/2006/main">
            <a:pPr algn="l">
              <a:defRPr sz="1650" b="1">
                <a:solidFill>
                  <a:srgbClr val="102235"/>
                </a:solidFill>
                <a:latin typeface="Arial"/>
                <a:ea typeface="Arial"/>
                <a:cs typeface="Arial"/>
              </a:defRPr>
            </a:pPr>
            <a:r>
              <a:rPr sz="1650" b="1">
                <a:solidFill>
                  <a:srgbClr val="102235"/>
                </a:solidFill>
                <a:latin typeface="Arial"/>
                <a:ea typeface="Arial"/>
                <a:cs typeface="Arial"/>
              </a:rPr>
              <a:t>/categories/{proxy+}</a:t>
            </a:r>
          </a:p>
        </p:txBody>
      </p:sp>
      <p:sp>
        <p:nvSpPr>
          <p:cNvPr id="22" name="">
            <a:extLst xmlns:a="http://schemas.openxmlformats.org/drawingml/2006/main">
              <a:ext uri="{FF2B5EF4-FFF2-40B4-BE49-F238E27FC236}">
                <a16:creationId xmlns:a16="http://schemas.microsoft.com/office/drawing/2014/main" id="{8FFF4FA3-759B-474B-809E-2836025277A9}"/>
              </a:ext>
            </a:extLst>
          </p:cNvPr>
          <p:cNvSpPr>
            <a:spLocks xmlns:a="http://schemas.openxmlformats.org/drawingml/2006/main" noGrp="1"/>
          </p:cNvSpPr>
          <p:nvPr/>
        </p:nvSpPr>
        <p:spPr>
          <a:xfrm xmlns:a="http://schemas.openxmlformats.org/drawingml/2006/main">
            <a:off x="4524375" y="5105400"/>
            <a:ext cx="781050" cy="9525"/>
          </a:xfrm>
          <a:prstGeom xmlns:a="http://schemas.openxmlformats.org/drawingml/2006/main" prst="rect">
            <a:avLst/>
          </a:prstGeom>
          <a:solidFill xmlns:a="http://schemas.openxmlformats.org/drawingml/2006/main">
            <a:srgbClr val="BED0DA"/>
          </a:solidFill>
          <a:ln xmlns:a="http://schemas.openxmlformats.org/drawingml/2006/main" w="9525">
            <a:solidFill>
              <a:srgbClr val="BED0DA"/>
            </a:solidFill>
            <a:prstDash val="solid"/>
          </a:ln>
        </p:spPr>
      </p:sp>
      <p:sp>
        <p:nvSpPr>
          <p:cNvPr id="23" name="">
            <a:extLst xmlns:a="http://schemas.openxmlformats.org/drawingml/2006/main">
              <a:ext uri="{FF2B5EF4-FFF2-40B4-BE49-F238E27FC236}">
                <a16:creationId xmlns:a16="http://schemas.microsoft.com/office/drawing/2014/main" id="{CFEF098F-C71F-49BF-8F05-19D91E7CDC47}"/>
              </a:ext>
            </a:extLst>
          </p:cNvPr>
          <p:cNvSpPr>
            <a:spLocks xmlns:a="http://schemas.openxmlformats.org/drawingml/2006/main" noGrp="1"/>
          </p:cNvSpPr>
          <p:nvPr/>
        </p:nvSpPr>
        <p:spPr>
          <a:xfrm xmlns:a="http://schemas.openxmlformats.org/drawingml/2006/main">
            <a:off x="5524500" y="4914900"/>
            <a:ext cx="323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172B3A"/>
                </a:solidFill>
                <a:latin typeface="Arial"/>
                <a:ea typeface="Arial"/>
                <a:cs typeface="Arial"/>
              </a:defRPr>
            </a:defPPr>
            <a:lvl1pPr algn="l">
              <a:defRPr sz="1575" b="0">
                <a:solidFill>
                  <a:srgbClr val="172B3A"/>
                </a:solidFill>
                <a:latin typeface="Arial"/>
                <a:ea typeface="Arial"/>
                <a:cs typeface="Arial"/>
              </a:defRPr>
            </a:lvl1pPr>
            <a:lvl2pPr algn="l">
              <a:defRPr sz="1575" b="0">
                <a:solidFill>
                  <a:srgbClr val="172B3A"/>
                </a:solidFill>
                <a:latin typeface="Arial"/>
                <a:ea typeface="Arial"/>
                <a:cs typeface="Arial"/>
              </a:defRPr>
            </a:lvl2pPr>
            <a:lvl3pPr algn="l">
              <a:defRPr sz="1575" b="0">
                <a:solidFill>
                  <a:srgbClr val="172B3A"/>
                </a:solidFill>
                <a:latin typeface="Arial"/>
                <a:ea typeface="Arial"/>
                <a:cs typeface="Arial"/>
              </a:defRPr>
            </a:lvl3pPr>
            <a:lvl4pPr algn="l">
              <a:defRPr sz="1575" b="0">
                <a:solidFill>
                  <a:srgbClr val="172B3A"/>
                </a:solidFill>
                <a:latin typeface="Arial"/>
                <a:ea typeface="Arial"/>
                <a:cs typeface="Arial"/>
              </a:defRPr>
            </a:lvl4pPr>
            <a:lvl5pPr algn="l">
              <a:defRPr sz="1575" b="0">
                <a:solidFill>
                  <a:srgbClr val="172B3A"/>
                </a:solidFill>
                <a:latin typeface="Arial"/>
                <a:ea typeface="Arial"/>
                <a:cs typeface="Arial"/>
              </a:defRPr>
            </a:lvl5pPr>
            <a:lvl6pPr algn="l">
              <a:defRPr sz="1575" b="0">
                <a:solidFill>
                  <a:srgbClr val="172B3A"/>
                </a:solidFill>
                <a:latin typeface="Arial"/>
                <a:ea typeface="Arial"/>
                <a:cs typeface="Arial"/>
              </a:defRPr>
            </a:lvl6pPr>
            <a:lvl7pPr algn="l">
              <a:defRPr sz="1575" b="0">
                <a:solidFill>
                  <a:srgbClr val="172B3A"/>
                </a:solidFill>
                <a:latin typeface="Arial"/>
                <a:ea typeface="Arial"/>
                <a:cs typeface="Arial"/>
              </a:defRPr>
            </a:lvl7pPr>
            <a:lvl8pPr algn="l">
              <a:defRPr sz="1575" b="0">
                <a:solidFill>
                  <a:srgbClr val="172B3A"/>
                </a:solidFill>
                <a:latin typeface="Arial"/>
                <a:ea typeface="Arial"/>
                <a:cs typeface="Arial"/>
              </a:defRPr>
            </a:lvl8pPr>
            <a:lvl9pPr algn="l">
              <a:defRPr sz="1575" b="0">
                <a:solidFill>
                  <a:srgbClr val="172B3A"/>
                </a:solidFill>
                <a:latin typeface="Arial"/>
                <a:ea typeface="Arial"/>
                <a:cs typeface="Arial"/>
              </a:defRPr>
            </a:lvl9pPr>
          </a:lstStyle>
          <a:p xmlns:a="http://schemas.openxmlformats.org/drawingml/2006/main">
            <a:pPr algn="l">
              <a:defRPr sz="1575" b="0">
                <a:solidFill>
                  <a:srgbClr val="172B3A"/>
                </a:solidFill>
                <a:latin typeface="Arial"/>
                <a:ea typeface="Arial"/>
                <a:cs typeface="Arial"/>
              </a:defRPr>
            </a:pPr>
            <a:r>
              <a:rPr sz="1575" b="0">
                <a:solidFill>
                  <a:srgbClr val="172B3A"/>
                </a:solidFill>
                <a:latin typeface="Arial"/>
                <a:ea typeface="Arial"/>
                <a:cs typeface="Arial"/>
              </a:rPr>
              <a:t>category-service</a:t>
            </a:r>
          </a:p>
        </p:txBody>
      </p:sp>
      <p:sp>
        <p:nvSpPr>
          <p:cNvPr id="24" name="">
            <a:extLst xmlns:a="http://schemas.openxmlformats.org/drawingml/2006/main">
              <a:ext uri="{FF2B5EF4-FFF2-40B4-BE49-F238E27FC236}">
                <a16:creationId xmlns:a16="http://schemas.microsoft.com/office/drawing/2014/main" id="{D58F987F-2576-4F20-81A0-028113803312}"/>
              </a:ext>
            </a:extLst>
          </p:cNvPr>
          <p:cNvSpPr>
            <a:spLocks xmlns:a="http://schemas.openxmlformats.org/drawingml/2006/main" noGrp="1"/>
          </p:cNvSpPr>
          <p:nvPr/>
        </p:nvSpPr>
        <p:spPr>
          <a:xfrm xmlns:a="http://schemas.openxmlformats.org/drawingml/2006/main">
            <a:off x="9239250" y="1695450"/>
            <a:ext cx="28575" cy="3486150"/>
          </a:xfrm>
          <a:prstGeom xmlns:a="http://schemas.openxmlformats.org/drawingml/2006/main" prst="rect">
            <a:avLst/>
          </a:prstGeom>
          <a:solidFill xmlns:a="http://schemas.openxmlformats.org/drawingml/2006/main">
            <a:srgbClr val="BED0DA"/>
          </a:solidFill>
          <a:ln xmlns:a="http://schemas.openxmlformats.org/drawingml/2006/main" w="0">
            <a:solidFill>
              <a:srgbClr val="BED0DA"/>
            </a:solidFill>
            <a:prstDash val="solid"/>
          </a:ln>
        </p:spPr>
      </p:sp>
      <p:sp>
        <p:nvSpPr>
          <p:cNvPr id="25" name="">
            <a:extLst xmlns:a="http://schemas.openxmlformats.org/drawingml/2006/main">
              <a:ext uri="{FF2B5EF4-FFF2-40B4-BE49-F238E27FC236}">
                <a16:creationId xmlns:a16="http://schemas.microsoft.com/office/drawing/2014/main" id="{F334F2DF-690C-4C4D-AB77-E9DAB1DDF1E7}"/>
              </a:ext>
            </a:extLst>
          </p:cNvPr>
          <p:cNvSpPr>
            <a:spLocks xmlns:a="http://schemas.openxmlformats.org/drawingml/2006/main" noGrp="1"/>
          </p:cNvSpPr>
          <p:nvPr/>
        </p:nvSpPr>
        <p:spPr>
          <a:xfrm xmlns:a="http://schemas.openxmlformats.org/drawingml/2006/main">
            <a:off x="9620250" y="19431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02235"/>
                </a:solidFill>
                <a:latin typeface="Arial"/>
                <a:ea typeface="Arial"/>
                <a:cs typeface="Arial"/>
              </a:defRPr>
            </a:defPPr>
            <a:lvl1pPr algn="l">
              <a:defRPr sz="1725" b="1">
                <a:solidFill>
                  <a:srgbClr val="102235"/>
                </a:solidFill>
                <a:latin typeface="Arial"/>
                <a:ea typeface="Arial"/>
                <a:cs typeface="Arial"/>
              </a:defRPr>
            </a:lvl1pPr>
            <a:lvl2pPr algn="l">
              <a:defRPr sz="1725" b="1">
                <a:solidFill>
                  <a:srgbClr val="102235"/>
                </a:solidFill>
                <a:latin typeface="Arial"/>
                <a:ea typeface="Arial"/>
                <a:cs typeface="Arial"/>
              </a:defRPr>
            </a:lvl2pPr>
            <a:lvl3pPr algn="l">
              <a:defRPr sz="1725" b="1">
                <a:solidFill>
                  <a:srgbClr val="102235"/>
                </a:solidFill>
                <a:latin typeface="Arial"/>
                <a:ea typeface="Arial"/>
                <a:cs typeface="Arial"/>
              </a:defRPr>
            </a:lvl3pPr>
            <a:lvl4pPr algn="l">
              <a:defRPr sz="1725" b="1">
                <a:solidFill>
                  <a:srgbClr val="102235"/>
                </a:solidFill>
                <a:latin typeface="Arial"/>
                <a:ea typeface="Arial"/>
                <a:cs typeface="Arial"/>
              </a:defRPr>
            </a:lvl4pPr>
            <a:lvl5pPr algn="l">
              <a:defRPr sz="1725" b="1">
                <a:solidFill>
                  <a:srgbClr val="102235"/>
                </a:solidFill>
                <a:latin typeface="Arial"/>
                <a:ea typeface="Arial"/>
                <a:cs typeface="Arial"/>
              </a:defRPr>
            </a:lvl5pPr>
            <a:lvl6pPr algn="l">
              <a:defRPr sz="1725" b="1">
                <a:solidFill>
                  <a:srgbClr val="102235"/>
                </a:solidFill>
                <a:latin typeface="Arial"/>
                <a:ea typeface="Arial"/>
                <a:cs typeface="Arial"/>
              </a:defRPr>
            </a:lvl6pPr>
            <a:lvl7pPr algn="l">
              <a:defRPr sz="1725" b="1">
                <a:solidFill>
                  <a:srgbClr val="102235"/>
                </a:solidFill>
                <a:latin typeface="Arial"/>
                <a:ea typeface="Arial"/>
                <a:cs typeface="Arial"/>
              </a:defRPr>
            </a:lvl7pPr>
            <a:lvl8pPr algn="l">
              <a:defRPr sz="1725" b="1">
                <a:solidFill>
                  <a:srgbClr val="102235"/>
                </a:solidFill>
                <a:latin typeface="Arial"/>
                <a:ea typeface="Arial"/>
                <a:cs typeface="Arial"/>
              </a:defRPr>
            </a:lvl8pPr>
            <a:lvl9pPr algn="l">
              <a:defRPr sz="1725" b="1">
                <a:solidFill>
                  <a:srgbClr val="102235"/>
                </a:solidFill>
                <a:latin typeface="Arial"/>
                <a:ea typeface="Arial"/>
                <a:cs typeface="Arial"/>
              </a:defRPr>
            </a:lvl9pPr>
          </a:lstStyle>
          <a:p xmlns:a="http://schemas.openxmlformats.org/drawingml/2006/main">
            <a:pPr algn="l">
              <a:defRPr sz="1725" b="1">
                <a:solidFill>
                  <a:srgbClr val="102235"/>
                </a:solidFill>
                <a:latin typeface="Arial"/>
                <a:ea typeface="Arial"/>
                <a:cs typeface="Arial"/>
              </a:defRPr>
            </a:pPr>
            <a:r>
              <a:rPr sz="1725" b="1">
                <a:solidFill>
                  <a:srgbClr val="102235"/>
                </a:solidFill>
                <a:latin typeface="Arial"/>
                <a:ea typeface="Arial"/>
                <a:cs typeface="Arial"/>
              </a:rPr>
              <a:t>CORS</a:t>
            </a:r>
          </a:p>
        </p:txBody>
      </p:sp>
      <p:sp>
        <p:nvSpPr>
          <p:cNvPr id="26" name="">
            <a:extLst xmlns:a="http://schemas.openxmlformats.org/drawingml/2006/main">
              <a:ext uri="{FF2B5EF4-FFF2-40B4-BE49-F238E27FC236}">
                <a16:creationId xmlns:a16="http://schemas.microsoft.com/office/drawing/2014/main" id="{7B653BEA-3DC4-41DC-98D9-B70D798B1ECF}"/>
              </a:ext>
            </a:extLst>
          </p:cNvPr>
          <p:cNvSpPr>
            <a:spLocks xmlns:a="http://schemas.openxmlformats.org/drawingml/2006/main" noGrp="1"/>
          </p:cNvSpPr>
          <p:nvPr/>
        </p:nvSpPr>
        <p:spPr>
          <a:xfrm xmlns:a="http://schemas.openxmlformats.org/drawingml/2006/main">
            <a:off x="9620250" y="2390775"/>
            <a:ext cx="2000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Orígenes, métodos y headers configurados</a:t>
            </a:r>
          </a:p>
        </p:txBody>
      </p:sp>
      <p:sp>
        <p:nvSpPr>
          <p:cNvPr id="27" name="">
            <a:extLst xmlns:a="http://schemas.openxmlformats.org/drawingml/2006/main">
              <a:ext uri="{FF2B5EF4-FFF2-40B4-BE49-F238E27FC236}">
                <a16:creationId xmlns:a16="http://schemas.microsoft.com/office/drawing/2014/main" id="{C0539129-5834-406A-A16E-7F458A068287}"/>
              </a:ext>
            </a:extLst>
          </p:cNvPr>
          <p:cNvSpPr>
            <a:spLocks xmlns:a="http://schemas.openxmlformats.org/drawingml/2006/main" noGrp="1"/>
          </p:cNvSpPr>
          <p:nvPr/>
        </p:nvSpPr>
        <p:spPr>
          <a:xfrm xmlns:a="http://schemas.openxmlformats.org/drawingml/2006/main">
            <a:off x="9620250" y="3571875"/>
            <a:ext cx="1762125" cy="590550"/>
          </a:xfrm>
          <a:prstGeom xmlns:a="http://schemas.openxmlformats.org/drawingml/2006/main" prst="rect">
            <a:avLst/>
          </a:prstGeom>
          <a:solidFill xmlns:a="http://schemas.openxmlformats.org/drawingml/2006/main">
            <a:srgbClr val="E4F4EC"/>
          </a:solidFill>
          <a:ln xmlns:a="http://schemas.openxmlformats.org/drawingml/2006/main" w="11430">
            <a:solidFill>
              <a:srgbClr val="B4D8C5"/>
            </a:solidFill>
            <a:prstDash val="solid"/>
          </a:ln>
        </p:spPr>
      </p:sp>
      <p:sp>
        <p:nvSpPr>
          <p:cNvPr id="28" name="">
            <a:extLst xmlns:a="http://schemas.openxmlformats.org/drawingml/2006/main">
              <a:ext uri="{FF2B5EF4-FFF2-40B4-BE49-F238E27FC236}">
                <a16:creationId xmlns:a16="http://schemas.microsoft.com/office/drawing/2014/main" id="{5FAAD9ED-5174-4929-ABE0-1EAF7B8C8C83}"/>
              </a:ext>
            </a:extLst>
          </p:cNvPr>
          <p:cNvSpPr>
            <a:spLocks xmlns:a="http://schemas.openxmlformats.org/drawingml/2006/main" noGrp="1"/>
          </p:cNvSpPr>
          <p:nvPr/>
        </p:nvSpPr>
        <p:spPr>
          <a:xfrm xmlns:a="http://schemas.openxmlformats.org/drawingml/2006/main">
            <a:off x="9715500" y="3657600"/>
            <a:ext cx="157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8875D"/>
                </a:solidFill>
                <a:latin typeface="Arial"/>
                <a:ea typeface="Arial"/>
                <a:cs typeface="Arial"/>
              </a:defRPr>
            </a:defPPr>
            <a:lvl1pPr algn="ctr">
              <a:defRPr sz="1575" b="1">
                <a:solidFill>
                  <a:srgbClr val="18875D"/>
                </a:solidFill>
                <a:latin typeface="Arial"/>
                <a:ea typeface="Arial"/>
                <a:cs typeface="Arial"/>
              </a:defRPr>
            </a:lvl1pPr>
            <a:lvl2pPr algn="ctr">
              <a:defRPr sz="1575" b="1">
                <a:solidFill>
                  <a:srgbClr val="18875D"/>
                </a:solidFill>
                <a:latin typeface="Arial"/>
                <a:ea typeface="Arial"/>
                <a:cs typeface="Arial"/>
              </a:defRPr>
            </a:lvl2pPr>
            <a:lvl3pPr algn="ctr">
              <a:defRPr sz="1575" b="1">
                <a:solidFill>
                  <a:srgbClr val="18875D"/>
                </a:solidFill>
                <a:latin typeface="Arial"/>
                <a:ea typeface="Arial"/>
                <a:cs typeface="Arial"/>
              </a:defRPr>
            </a:lvl3pPr>
            <a:lvl4pPr algn="ctr">
              <a:defRPr sz="1575" b="1">
                <a:solidFill>
                  <a:srgbClr val="18875D"/>
                </a:solidFill>
                <a:latin typeface="Arial"/>
                <a:ea typeface="Arial"/>
                <a:cs typeface="Arial"/>
              </a:defRPr>
            </a:lvl4pPr>
            <a:lvl5pPr algn="ctr">
              <a:defRPr sz="1575" b="1">
                <a:solidFill>
                  <a:srgbClr val="18875D"/>
                </a:solidFill>
                <a:latin typeface="Arial"/>
                <a:ea typeface="Arial"/>
                <a:cs typeface="Arial"/>
              </a:defRPr>
            </a:lvl5pPr>
            <a:lvl6pPr algn="ctr">
              <a:defRPr sz="1575" b="1">
                <a:solidFill>
                  <a:srgbClr val="18875D"/>
                </a:solidFill>
                <a:latin typeface="Arial"/>
                <a:ea typeface="Arial"/>
                <a:cs typeface="Arial"/>
              </a:defRPr>
            </a:lvl6pPr>
            <a:lvl7pPr algn="ctr">
              <a:defRPr sz="1575" b="1">
                <a:solidFill>
                  <a:srgbClr val="18875D"/>
                </a:solidFill>
                <a:latin typeface="Arial"/>
                <a:ea typeface="Arial"/>
                <a:cs typeface="Arial"/>
              </a:defRPr>
            </a:lvl7pPr>
            <a:lvl8pPr algn="ctr">
              <a:defRPr sz="1575" b="1">
                <a:solidFill>
                  <a:srgbClr val="18875D"/>
                </a:solidFill>
                <a:latin typeface="Arial"/>
                <a:ea typeface="Arial"/>
                <a:cs typeface="Arial"/>
              </a:defRPr>
            </a:lvl8pPr>
            <a:lvl9pPr algn="ctr">
              <a:defRPr sz="1575" b="1">
                <a:solidFill>
                  <a:srgbClr val="18875D"/>
                </a:solidFill>
                <a:latin typeface="Arial"/>
                <a:ea typeface="Arial"/>
                <a:cs typeface="Arial"/>
              </a:defRPr>
            </a:lvl9pPr>
          </a:lstStyle>
          <a:p xmlns:a="http://schemas.openxmlformats.org/drawingml/2006/main">
            <a:pPr algn="ctr">
              <a:defRPr sz="1575" b="1">
                <a:solidFill>
                  <a:srgbClr val="18875D"/>
                </a:solidFill>
                <a:latin typeface="Arial"/>
                <a:ea typeface="Arial"/>
                <a:cs typeface="Arial"/>
              </a:defRPr>
            </a:pPr>
            <a:r>
              <a:rPr sz="1575" b="1">
                <a:solidFill>
                  <a:srgbClr val="18875D"/>
                </a:solidFill>
                <a:latin typeface="Arial"/>
                <a:ea typeface="Arial"/>
                <a:cs typeface="Arial"/>
              </a:rPr>
              <a:t>OPTIONS</a:t>
            </a:r>
          </a:p>
        </p:txBody>
      </p:sp>
      <p:sp>
        <p:nvSpPr>
          <p:cNvPr id="29" name="">
            <a:extLst xmlns:a="http://schemas.openxmlformats.org/drawingml/2006/main">
              <a:ext uri="{FF2B5EF4-FFF2-40B4-BE49-F238E27FC236}">
                <a16:creationId xmlns:a16="http://schemas.microsoft.com/office/drawing/2014/main" id="{1BC34928-B3EF-48C9-A51A-B864BB80C612}"/>
              </a:ext>
            </a:extLst>
          </p:cNvPr>
          <p:cNvSpPr>
            <a:spLocks xmlns:a="http://schemas.openxmlformats.org/drawingml/2006/main" noGrp="1"/>
          </p:cNvSpPr>
          <p:nvPr/>
        </p:nvSpPr>
        <p:spPr>
          <a:xfrm xmlns:a="http://schemas.openxmlformats.org/drawingml/2006/main">
            <a:off x="9620250" y="426720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526879"/>
                </a:solidFill>
                <a:latin typeface="Arial"/>
                <a:ea typeface="Arial"/>
                <a:cs typeface="Arial"/>
              </a:defRPr>
            </a:defPPr>
            <a:lvl1pPr algn="ctr">
              <a:defRPr sz="1275" b="0">
                <a:solidFill>
                  <a:srgbClr val="526879"/>
                </a:solidFill>
                <a:latin typeface="Arial"/>
                <a:ea typeface="Arial"/>
                <a:cs typeface="Arial"/>
              </a:defRPr>
            </a:lvl1pPr>
            <a:lvl2pPr algn="ctr">
              <a:defRPr sz="1275" b="0">
                <a:solidFill>
                  <a:srgbClr val="526879"/>
                </a:solidFill>
                <a:latin typeface="Arial"/>
                <a:ea typeface="Arial"/>
                <a:cs typeface="Arial"/>
              </a:defRPr>
            </a:lvl2pPr>
            <a:lvl3pPr algn="ctr">
              <a:defRPr sz="1275" b="0">
                <a:solidFill>
                  <a:srgbClr val="526879"/>
                </a:solidFill>
                <a:latin typeface="Arial"/>
                <a:ea typeface="Arial"/>
                <a:cs typeface="Arial"/>
              </a:defRPr>
            </a:lvl3pPr>
            <a:lvl4pPr algn="ctr">
              <a:defRPr sz="1275" b="0">
                <a:solidFill>
                  <a:srgbClr val="526879"/>
                </a:solidFill>
                <a:latin typeface="Arial"/>
                <a:ea typeface="Arial"/>
                <a:cs typeface="Arial"/>
              </a:defRPr>
            </a:lvl4pPr>
            <a:lvl5pPr algn="ctr">
              <a:defRPr sz="1275" b="0">
                <a:solidFill>
                  <a:srgbClr val="526879"/>
                </a:solidFill>
                <a:latin typeface="Arial"/>
                <a:ea typeface="Arial"/>
                <a:cs typeface="Arial"/>
              </a:defRPr>
            </a:lvl5pPr>
            <a:lvl6pPr algn="ctr">
              <a:defRPr sz="1275" b="0">
                <a:solidFill>
                  <a:srgbClr val="526879"/>
                </a:solidFill>
                <a:latin typeface="Arial"/>
                <a:ea typeface="Arial"/>
                <a:cs typeface="Arial"/>
              </a:defRPr>
            </a:lvl6pPr>
            <a:lvl7pPr algn="ctr">
              <a:defRPr sz="1275" b="0">
                <a:solidFill>
                  <a:srgbClr val="526879"/>
                </a:solidFill>
                <a:latin typeface="Arial"/>
                <a:ea typeface="Arial"/>
                <a:cs typeface="Arial"/>
              </a:defRPr>
            </a:lvl7pPr>
            <a:lvl8pPr algn="ctr">
              <a:defRPr sz="1275" b="0">
                <a:solidFill>
                  <a:srgbClr val="526879"/>
                </a:solidFill>
                <a:latin typeface="Arial"/>
                <a:ea typeface="Arial"/>
                <a:cs typeface="Arial"/>
              </a:defRPr>
            </a:lvl8pPr>
            <a:lvl9pPr algn="ctr">
              <a:defRPr sz="1275" b="0">
                <a:solidFill>
                  <a:srgbClr val="526879"/>
                </a:solidFill>
                <a:latin typeface="Arial"/>
                <a:ea typeface="Arial"/>
                <a:cs typeface="Arial"/>
              </a:defRPr>
            </a:lvl9pPr>
          </a:lstStyle>
          <a:p xmlns:a="http://schemas.openxmlformats.org/drawingml/2006/main">
            <a:pPr algn="ctr">
              <a:defRPr sz="1275" b="0">
                <a:solidFill>
                  <a:srgbClr val="526879"/>
                </a:solidFill>
                <a:latin typeface="Arial"/>
                <a:ea typeface="Arial"/>
                <a:cs typeface="Arial"/>
              </a:defRPr>
            </a:pPr>
            <a:r>
              <a:rPr sz="1275" b="0">
                <a:solidFill>
                  <a:srgbClr val="526879"/>
                </a:solidFill>
                <a:latin typeface="Arial"/>
                <a:ea typeface="Arial"/>
                <a:cs typeface="Arial"/>
              </a:rPr>
              <a:t>Sin authorizer</a:t>
            </a:r>
          </a:p>
        </p:txBody>
      </p:sp>
      <p:sp>
        <p:nvSpPr>
          <p:cNvPr id="30" name="">
            <a:extLst xmlns:a="http://schemas.openxmlformats.org/drawingml/2006/main">
              <a:ext uri="{FF2B5EF4-FFF2-40B4-BE49-F238E27FC236}">
                <a16:creationId xmlns:a16="http://schemas.microsoft.com/office/drawing/2014/main" id="{E3B71E84-66E8-4FB3-BBC5-17844A1B3B67}"/>
              </a:ext>
            </a:extLst>
          </p:cNvPr>
          <p:cNvSpPr>
            <a:spLocks xmlns:a="http://schemas.openxmlformats.org/drawingml/2006/main" noGrp="1"/>
          </p:cNvSpPr>
          <p:nvPr/>
        </p:nvSpPr>
        <p:spPr>
          <a:xfrm xmlns:a="http://schemas.openxmlformats.org/drawingml/2006/main">
            <a:off x="685800" y="573405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526879"/>
                </a:solidFill>
                <a:latin typeface="Arial"/>
                <a:ea typeface="Arial"/>
                <a:cs typeface="Arial"/>
              </a:defRPr>
            </a:defPPr>
            <a:lvl1pPr algn="l">
              <a:defRPr sz="1425" b="1">
                <a:solidFill>
                  <a:srgbClr val="526879"/>
                </a:solidFill>
                <a:latin typeface="Arial"/>
                <a:ea typeface="Arial"/>
                <a:cs typeface="Arial"/>
              </a:defRPr>
            </a:lvl1pPr>
            <a:lvl2pPr algn="l">
              <a:defRPr sz="1425" b="1">
                <a:solidFill>
                  <a:srgbClr val="526879"/>
                </a:solidFill>
                <a:latin typeface="Arial"/>
                <a:ea typeface="Arial"/>
                <a:cs typeface="Arial"/>
              </a:defRPr>
            </a:lvl2pPr>
            <a:lvl3pPr algn="l">
              <a:defRPr sz="1425" b="1">
                <a:solidFill>
                  <a:srgbClr val="526879"/>
                </a:solidFill>
                <a:latin typeface="Arial"/>
                <a:ea typeface="Arial"/>
                <a:cs typeface="Arial"/>
              </a:defRPr>
            </a:lvl3pPr>
            <a:lvl4pPr algn="l">
              <a:defRPr sz="1425" b="1">
                <a:solidFill>
                  <a:srgbClr val="526879"/>
                </a:solidFill>
                <a:latin typeface="Arial"/>
                <a:ea typeface="Arial"/>
                <a:cs typeface="Arial"/>
              </a:defRPr>
            </a:lvl4pPr>
            <a:lvl5pPr algn="l">
              <a:defRPr sz="1425" b="1">
                <a:solidFill>
                  <a:srgbClr val="526879"/>
                </a:solidFill>
                <a:latin typeface="Arial"/>
                <a:ea typeface="Arial"/>
                <a:cs typeface="Arial"/>
              </a:defRPr>
            </a:lvl5pPr>
            <a:lvl6pPr algn="l">
              <a:defRPr sz="1425" b="1">
                <a:solidFill>
                  <a:srgbClr val="526879"/>
                </a:solidFill>
                <a:latin typeface="Arial"/>
                <a:ea typeface="Arial"/>
                <a:cs typeface="Arial"/>
              </a:defRPr>
            </a:lvl6pPr>
            <a:lvl7pPr algn="l">
              <a:defRPr sz="1425" b="1">
                <a:solidFill>
                  <a:srgbClr val="526879"/>
                </a:solidFill>
                <a:latin typeface="Arial"/>
                <a:ea typeface="Arial"/>
                <a:cs typeface="Arial"/>
              </a:defRPr>
            </a:lvl7pPr>
            <a:lvl8pPr algn="l">
              <a:defRPr sz="1425" b="1">
                <a:solidFill>
                  <a:srgbClr val="526879"/>
                </a:solidFill>
                <a:latin typeface="Arial"/>
                <a:ea typeface="Arial"/>
                <a:cs typeface="Arial"/>
              </a:defRPr>
            </a:lvl8pPr>
            <a:lvl9pPr algn="l">
              <a:defRPr sz="1425" b="1">
                <a:solidFill>
                  <a:srgbClr val="526879"/>
                </a:solidFill>
                <a:latin typeface="Arial"/>
                <a:ea typeface="Arial"/>
                <a:cs typeface="Arial"/>
              </a:defRPr>
            </a:lvl9pPr>
          </a:lstStyle>
          <a:p xmlns:a="http://schemas.openxmlformats.org/drawingml/2006/main">
            <a:pPr algn="l">
              <a:defRPr sz="1425" b="1">
                <a:solidFill>
                  <a:srgbClr val="526879"/>
                </a:solidFill>
                <a:latin typeface="Arial"/>
                <a:ea typeface="Arial"/>
                <a:cs typeface="Arial"/>
              </a:defRPr>
            </a:pPr>
            <a:r>
              <a:rPr sz="1425" b="1">
                <a:solidFill>
                  <a:srgbClr val="526879"/>
                </a:solidFill>
                <a:latin typeface="Arial"/>
                <a:ea typeface="Arial"/>
                <a:cs typeface="Arial"/>
              </a:rPr>
              <a:t>Las demás solicitudes requieren un JWT válido.</a:t>
            </a:r>
          </a:p>
        </p:txBody>
      </p:sp>
    </p:spTree>
    <p:extLst>
      <p:ext uri="{BB962C8B-B14F-4D97-AF65-F5344CB8AC3E}">
        <p14:creationId xmlns:p14="http://schemas.microsoft.com/office/powerpoint/2010/main" val="1245068604"/>
      </p:ext>
    </p:extLst>
  </p:cSld>
</p:sld>
</file>

<file path=ppt/slides/slide5.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cxnSp>
        <p:nvCxnSpPr>
          <p:cNvPr id="33" name="">
            <a:extLst xmlns:a="http://schemas.openxmlformats.org/drawingml/2006/main">
              <a:ext uri="{FF2B5EF4-FFF2-40B4-BE49-F238E27FC236}">
                <a16:creationId xmlns:a16="http://schemas.microsoft.com/office/drawing/2014/main" id="{F0DBB065-130E-4889-A660-AA12DC1CE322}"/>
              </a:ext>
            </a:extLst>
          </p:cNvPr>
          <p:cNvCxnSpPr>
            <a:stCxn xmlns:a="http://schemas.openxmlformats.org/drawingml/2006/main" id="23" idx="2"/>
            <a:endCxn xmlns:a="http://schemas.openxmlformats.org/drawingml/2006/main" id="27" idx="0"/>
          </p:cNvCxnSpPr>
          <p:nvPr/>
        </p:nvCxnSpPr>
        <p:spPr>
          <a:xfrm xmlns:a="http://schemas.openxmlformats.org/drawingml/2006/main">
            <a:off x="9667875" y="3133725"/>
            <a:ext cx="0" cy="685800"/>
          </a:xfrm>
          <a:prstGeom xmlns:a="http://schemas.openxmlformats.org/drawingml/2006/main" prst="straightConnector1">
            <a:avLst/>
          </a:prstGeom>
          <a:ln xmlns:a="http://schemas.openxmlformats.org/drawingml/2006/main" w="19050">
            <a:solidFill>
              <a:srgbClr val="078C8C"/>
            </a:solidFill>
            <a:prstDash val="solid"/>
            <a:headEnd type="triangle" w="sm" len="sm"/>
          </a:ln>
        </p:spPr>
      </p:cxnSp>
      <p:cxnSp>
        <p:nvCxnSpPr>
          <p:cNvPr id="32" name="">
            <a:extLst xmlns:a="http://schemas.openxmlformats.org/drawingml/2006/main">
              <a:ext uri="{FF2B5EF4-FFF2-40B4-BE49-F238E27FC236}">
                <a16:creationId xmlns:a16="http://schemas.microsoft.com/office/drawing/2014/main" id="{BBE3BF1F-16AA-4452-B258-7920B1AE00AE}"/>
              </a:ext>
            </a:extLst>
          </p:cNvPr>
          <p:cNvCxnSpPr>
            <a:stCxn xmlns:a="http://schemas.openxmlformats.org/drawingml/2006/main" id="18" idx="3"/>
            <a:endCxn xmlns:a="http://schemas.openxmlformats.org/drawingml/2006/main" id="23" idx="1"/>
          </p:cNvCxnSpPr>
          <p:nvPr/>
        </p:nvCxnSpPr>
        <p:spPr>
          <a:xfrm xmlns:a="http://schemas.openxmlformats.org/drawingml/2006/main" flipV="1">
            <a:off x="7143750" y="2657475"/>
            <a:ext cx="1095375" cy="1495425"/>
          </a:xfrm>
          <a:prstGeom xmlns:a="http://schemas.openxmlformats.org/drawingml/2006/main" prst="bentConnector3">
            <a:avLst>
              <a:gd name="adj1" fmla="val 50000"/>
            </a:avLst>
          </a:prstGeom>
          <a:ln xmlns:a="http://schemas.openxmlformats.org/drawingml/2006/main" w="19050">
            <a:solidFill>
              <a:srgbClr val="E79845"/>
            </a:solidFill>
            <a:prstDash val="solid"/>
            <a:headEnd type="triangle" w="sm" len="sm"/>
          </a:ln>
        </p:spPr>
      </p:cxnSp>
      <p:cxnSp>
        <p:nvCxnSpPr>
          <p:cNvPr id="31" name="">
            <a:extLst xmlns:a="http://schemas.openxmlformats.org/drawingml/2006/main">
              <a:ext uri="{FF2B5EF4-FFF2-40B4-BE49-F238E27FC236}">
                <a16:creationId xmlns:a16="http://schemas.microsoft.com/office/drawing/2014/main" id="{47A00321-49C0-4235-94D2-074276BC85CD}"/>
              </a:ext>
            </a:extLst>
          </p:cNvPr>
          <p:cNvCxnSpPr>
            <a:stCxn xmlns:a="http://schemas.openxmlformats.org/drawingml/2006/main" id="9" idx="3"/>
            <a:endCxn xmlns:a="http://schemas.openxmlformats.org/drawingml/2006/main" id="23" idx="1"/>
          </p:cNvCxnSpPr>
          <p:nvPr/>
        </p:nvCxnSpPr>
        <p:spPr>
          <a:xfrm xmlns:a="http://schemas.openxmlformats.org/drawingml/2006/main">
            <a:off x="7143750" y="2514600"/>
            <a:ext cx="1095375" cy="142875"/>
          </a:xfrm>
          <a:prstGeom xmlns:a="http://schemas.openxmlformats.org/drawingml/2006/main" prst="bentConnector3">
            <a:avLst>
              <a:gd name="adj1" fmla="val 50000"/>
            </a:avLst>
          </a:prstGeom>
          <a:ln xmlns:a="http://schemas.openxmlformats.org/drawingml/2006/main" w="19050">
            <a:solidFill>
              <a:srgbClr val="2D67B2"/>
            </a:solidFill>
            <a:prstDash val="solid"/>
            <a:headEnd type="triangle" w="sm" len="sm"/>
          </a:ln>
        </p:spPr>
      </p:cxnSp>
      <p:cxnSp>
        <p:nvCxnSpPr>
          <p:cNvPr id="22" name="">
            <a:extLst xmlns:a="http://schemas.openxmlformats.org/drawingml/2006/main">
              <a:ext uri="{FF2B5EF4-FFF2-40B4-BE49-F238E27FC236}">
                <a16:creationId xmlns:a16="http://schemas.microsoft.com/office/drawing/2014/main" id="{5403D201-6916-48C1-8C29-98564AB6D965}"/>
              </a:ext>
            </a:extLst>
          </p:cNvPr>
          <p:cNvCxnSpPr>
            <a:stCxn xmlns:a="http://schemas.openxmlformats.org/drawingml/2006/main" id="14" idx="3"/>
            <a:endCxn xmlns:a="http://schemas.openxmlformats.org/drawingml/2006/main" id="18" idx="1"/>
          </p:cNvCxnSpPr>
          <p:nvPr/>
        </p:nvCxnSpPr>
        <p:spPr>
          <a:xfrm xmlns:a="http://schemas.openxmlformats.org/drawingml/2006/main">
            <a:off x="3543300" y="4152900"/>
            <a:ext cx="742950" cy="0"/>
          </a:xfrm>
          <a:prstGeom xmlns:a="http://schemas.openxmlformats.org/drawingml/2006/main" prst="straightConnector1">
            <a:avLst/>
          </a:prstGeom>
          <a:ln xmlns:a="http://schemas.openxmlformats.org/drawingml/2006/main" w="19050">
            <a:solidFill>
              <a:srgbClr val="078C8C"/>
            </a:solidFill>
            <a:prstDash val="solid"/>
            <a:headEnd type="triangle" w="sm" len="sm"/>
          </a:ln>
        </p:spPr>
      </p:cxnSp>
      <p:cxnSp>
        <p:nvCxnSpPr>
          <p:cNvPr id="13" name="">
            <a:extLst xmlns:a="http://schemas.openxmlformats.org/drawingml/2006/main">
              <a:ext uri="{FF2B5EF4-FFF2-40B4-BE49-F238E27FC236}">
                <a16:creationId xmlns:a16="http://schemas.microsoft.com/office/drawing/2014/main" id="{B9C38188-BB4B-45EB-BA11-31ED1B8769C2}"/>
              </a:ext>
            </a:extLst>
          </p:cNvPr>
          <p:cNvCxnSpPr>
            <a:stCxn xmlns:a="http://schemas.openxmlformats.org/drawingml/2006/main" id="5" idx="3"/>
            <a:endCxn xmlns:a="http://schemas.openxmlformats.org/drawingml/2006/main" id="9" idx="1"/>
          </p:cNvCxnSpPr>
          <p:nvPr/>
        </p:nvCxnSpPr>
        <p:spPr>
          <a:xfrm xmlns:a="http://schemas.openxmlformats.org/drawingml/2006/main">
            <a:off x="3543300" y="2514600"/>
            <a:ext cx="742950" cy="0"/>
          </a:xfrm>
          <a:prstGeom xmlns:a="http://schemas.openxmlformats.org/drawingml/2006/main" prst="straightConnector1">
            <a:avLst/>
          </a:prstGeom>
          <a:ln xmlns:a="http://schemas.openxmlformats.org/drawingml/2006/main" w="19050">
            <a:solidFill>
              <a:srgbClr val="078C8C"/>
            </a:solidFill>
            <a:prstDash val="solid"/>
            <a:headEnd type="triangle" w="sm" len="sm"/>
          </a:ln>
        </p:spPr>
      </p:cxnSp>
      <p:sp>
        <p:nvSpPr>
          <p:cNvPr id="36" name="slide-5-title">
            <a:extLst xmlns:a="http://schemas.openxmlformats.org/drawingml/2006/main">
              <a:ext uri="{FF2B5EF4-FFF2-40B4-BE49-F238E27FC236}">
                <a16:creationId xmlns:a16="http://schemas.microsoft.com/office/drawing/2014/main" id="{9464ECA2-3D53-4250-840F-2139A26C06EB}"/>
              </a:ext>
            </a:extLst>
          </p:cNvPr>
          <p:cNvSpPr>
            <a:spLocks xmlns:a="http://schemas.openxmlformats.org/drawingml/2006/main" noGrp="1"/>
          </p:cNvSpPr>
          <p:nvPr/>
        </p:nvSpPr>
        <p:spPr>
          <a:xfrm xmlns:a="http://schemas.openxmlformats.org/drawingml/2006/main">
            <a:off x="590550" y="3429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235"/>
                </a:solidFill>
                <a:latin typeface="Arial"/>
                <a:ea typeface="Arial"/>
                <a:cs typeface="Arial"/>
              </a:defRPr>
            </a:defPPr>
            <a:lvl1pPr algn="l">
              <a:defRPr sz="3300" b="1">
                <a:solidFill>
                  <a:srgbClr val="102235"/>
                </a:solidFill>
                <a:latin typeface="Arial"/>
                <a:ea typeface="Arial"/>
                <a:cs typeface="Arial"/>
              </a:defRPr>
            </a:lvl1pPr>
            <a:lvl2pPr algn="l">
              <a:defRPr sz="3300" b="1">
                <a:solidFill>
                  <a:srgbClr val="102235"/>
                </a:solidFill>
                <a:latin typeface="Arial"/>
                <a:ea typeface="Arial"/>
                <a:cs typeface="Arial"/>
              </a:defRPr>
            </a:lvl2pPr>
            <a:lvl3pPr algn="l">
              <a:defRPr sz="3300" b="1">
                <a:solidFill>
                  <a:srgbClr val="102235"/>
                </a:solidFill>
                <a:latin typeface="Arial"/>
                <a:ea typeface="Arial"/>
                <a:cs typeface="Arial"/>
              </a:defRPr>
            </a:lvl3pPr>
            <a:lvl4pPr algn="l">
              <a:defRPr sz="3300" b="1">
                <a:solidFill>
                  <a:srgbClr val="102235"/>
                </a:solidFill>
                <a:latin typeface="Arial"/>
                <a:ea typeface="Arial"/>
                <a:cs typeface="Arial"/>
              </a:defRPr>
            </a:lvl4pPr>
            <a:lvl5pPr algn="l">
              <a:defRPr sz="3300" b="1">
                <a:solidFill>
                  <a:srgbClr val="102235"/>
                </a:solidFill>
                <a:latin typeface="Arial"/>
                <a:ea typeface="Arial"/>
                <a:cs typeface="Arial"/>
              </a:defRPr>
            </a:lvl5pPr>
            <a:lvl6pPr algn="l">
              <a:defRPr sz="3300" b="1">
                <a:solidFill>
                  <a:srgbClr val="102235"/>
                </a:solidFill>
                <a:latin typeface="Arial"/>
                <a:ea typeface="Arial"/>
                <a:cs typeface="Arial"/>
              </a:defRPr>
            </a:lvl6pPr>
            <a:lvl7pPr algn="l">
              <a:defRPr sz="3300" b="1">
                <a:solidFill>
                  <a:srgbClr val="102235"/>
                </a:solidFill>
                <a:latin typeface="Arial"/>
                <a:ea typeface="Arial"/>
                <a:cs typeface="Arial"/>
              </a:defRPr>
            </a:lvl7pPr>
            <a:lvl8pPr algn="l">
              <a:defRPr sz="3300" b="1">
                <a:solidFill>
                  <a:srgbClr val="102235"/>
                </a:solidFill>
                <a:latin typeface="Arial"/>
                <a:ea typeface="Arial"/>
                <a:cs typeface="Arial"/>
              </a:defRPr>
            </a:lvl8pPr>
            <a:lvl9pPr algn="l">
              <a:defRPr sz="3300" b="1">
                <a:solidFill>
                  <a:srgbClr val="102235"/>
                </a:solidFill>
                <a:latin typeface="Arial"/>
                <a:ea typeface="Arial"/>
                <a:cs typeface="Arial"/>
              </a:defRPr>
            </a:lvl9pPr>
          </a:lstStyle>
          <a:p xmlns:a="http://schemas.openxmlformats.org/drawingml/2006/main">
            <a:pPr algn="l">
              <a:defRPr sz="3300" b="1">
                <a:solidFill>
                  <a:srgbClr val="102235"/>
                </a:solidFill>
                <a:latin typeface="Arial"/>
                <a:ea typeface="Arial"/>
                <a:cs typeface="Arial"/>
              </a:defRPr>
            </a:pPr>
            <a:r>
              <a:rPr sz="3300" b="1">
                <a:solidFill>
                  <a:srgbClr val="102235"/>
                </a:solidFill>
                <a:latin typeface="Arial"/>
                <a:ea typeface="Arial"/>
                <a:cs typeface="Arial"/>
              </a:rPr>
              <a:t>Docker y publicación de imágenes</a:t>
            </a:r>
          </a:p>
        </p:txBody>
      </p:sp>
      <p:sp>
        <p:nvSpPr>
          <p:cNvPr id="2" name="">
            <a:extLst xmlns:a="http://schemas.openxmlformats.org/drawingml/2006/main">
              <a:ext uri="{FF2B5EF4-FFF2-40B4-BE49-F238E27FC236}">
                <a16:creationId xmlns:a16="http://schemas.microsoft.com/office/drawing/2014/main" id="{83752D61-1A6A-42B4-BE8D-394A47490160}"/>
              </a:ext>
            </a:extLst>
          </p:cNvPr>
          <p:cNvSpPr>
            <a:spLocks xmlns:a="http://schemas.openxmlformats.org/drawingml/2006/main" noGrp="1"/>
          </p:cNvSpPr>
          <p:nvPr/>
        </p:nvSpPr>
        <p:spPr>
          <a:xfrm xmlns:a="http://schemas.openxmlformats.org/drawingml/2006/main">
            <a:off x="590550" y="1028700"/>
            <a:ext cx="800100" cy="47625"/>
          </a:xfrm>
          <a:prstGeom xmlns:a="http://schemas.openxmlformats.org/drawingml/2006/main" prst="rect">
            <a:avLst/>
          </a:prstGeom>
          <a:solidFill xmlns:a="http://schemas.openxmlformats.org/drawingml/2006/main">
            <a:srgbClr val="078C8C"/>
          </a:solidFill>
          <a:ln xmlns:a="http://schemas.openxmlformats.org/drawingml/2006/main" w="0">
            <a:solidFill>
              <a:srgbClr val="078C8C"/>
            </a:solidFill>
            <a:prstDash val="solid"/>
          </a:ln>
        </p:spPr>
      </p:sp>
      <p:sp>
        <p:nvSpPr>
          <p:cNvPr id="3" name="">
            <a:extLst xmlns:a="http://schemas.openxmlformats.org/drawingml/2006/main">
              <a:ext uri="{FF2B5EF4-FFF2-40B4-BE49-F238E27FC236}">
                <a16:creationId xmlns:a16="http://schemas.microsoft.com/office/drawing/2014/main" id="{32C27A44-CFD4-4BE6-9CD7-7956253B7224}"/>
              </a:ext>
            </a:extLst>
          </p:cNvPr>
          <p:cNvSpPr>
            <a:spLocks xmlns:a="http://schemas.openxmlformats.org/drawingml/2006/main" noGrp="1"/>
          </p:cNvSpPr>
          <p:nvPr/>
        </p:nvSpPr>
        <p:spPr>
          <a:xfrm xmlns:a="http://schemas.openxmlformats.org/drawingml/2006/main">
            <a:off x="10715625" y="47625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879"/>
                </a:solidFill>
                <a:latin typeface="Arial"/>
                <a:ea typeface="Arial"/>
                <a:cs typeface="Arial"/>
              </a:defRPr>
            </a:defPPr>
            <a:lvl1pPr algn="r">
              <a:defRPr sz="1125" b="1">
                <a:solidFill>
                  <a:srgbClr val="526879"/>
                </a:solidFill>
                <a:latin typeface="Arial"/>
                <a:ea typeface="Arial"/>
                <a:cs typeface="Arial"/>
              </a:defRPr>
            </a:lvl1pPr>
            <a:lvl2pPr algn="r">
              <a:defRPr sz="1125" b="1">
                <a:solidFill>
                  <a:srgbClr val="526879"/>
                </a:solidFill>
                <a:latin typeface="Arial"/>
                <a:ea typeface="Arial"/>
                <a:cs typeface="Arial"/>
              </a:defRPr>
            </a:lvl2pPr>
            <a:lvl3pPr algn="r">
              <a:defRPr sz="1125" b="1">
                <a:solidFill>
                  <a:srgbClr val="526879"/>
                </a:solidFill>
                <a:latin typeface="Arial"/>
                <a:ea typeface="Arial"/>
                <a:cs typeface="Arial"/>
              </a:defRPr>
            </a:lvl3pPr>
            <a:lvl4pPr algn="r">
              <a:defRPr sz="1125" b="1">
                <a:solidFill>
                  <a:srgbClr val="526879"/>
                </a:solidFill>
                <a:latin typeface="Arial"/>
                <a:ea typeface="Arial"/>
                <a:cs typeface="Arial"/>
              </a:defRPr>
            </a:lvl4pPr>
            <a:lvl5pPr algn="r">
              <a:defRPr sz="1125" b="1">
                <a:solidFill>
                  <a:srgbClr val="526879"/>
                </a:solidFill>
                <a:latin typeface="Arial"/>
                <a:ea typeface="Arial"/>
                <a:cs typeface="Arial"/>
              </a:defRPr>
            </a:lvl5pPr>
            <a:lvl6pPr algn="r">
              <a:defRPr sz="1125" b="1">
                <a:solidFill>
                  <a:srgbClr val="526879"/>
                </a:solidFill>
                <a:latin typeface="Arial"/>
                <a:ea typeface="Arial"/>
                <a:cs typeface="Arial"/>
              </a:defRPr>
            </a:lvl6pPr>
            <a:lvl7pPr algn="r">
              <a:defRPr sz="1125" b="1">
                <a:solidFill>
                  <a:srgbClr val="526879"/>
                </a:solidFill>
                <a:latin typeface="Arial"/>
                <a:ea typeface="Arial"/>
                <a:cs typeface="Arial"/>
              </a:defRPr>
            </a:lvl7pPr>
            <a:lvl8pPr algn="r">
              <a:defRPr sz="1125" b="1">
                <a:solidFill>
                  <a:srgbClr val="526879"/>
                </a:solidFill>
                <a:latin typeface="Arial"/>
                <a:ea typeface="Arial"/>
                <a:cs typeface="Arial"/>
              </a:defRPr>
            </a:lvl8pPr>
            <a:lvl9pPr algn="r">
              <a:defRPr sz="1125" b="1">
                <a:solidFill>
                  <a:srgbClr val="526879"/>
                </a:solidFill>
                <a:latin typeface="Arial"/>
                <a:ea typeface="Arial"/>
                <a:cs typeface="Arial"/>
              </a:defRPr>
            </a:lvl9pPr>
          </a:lstStyle>
          <a:p xmlns:a="http://schemas.openxmlformats.org/drawingml/2006/main">
            <a:pPr algn="r">
              <a:defRPr sz="1125" b="1">
                <a:solidFill>
                  <a:srgbClr val="526879"/>
                </a:solidFill>
                <a:latin typeface="Arial"/>
                <a:ea typeface="Arial"/>
                <a:cs typeface="Arial"/>
              </a:defRPr>
            </a:pPr>
            <a:r>
              <a:rPr sz="1125" b="1">
                <a:solidFill>
                  <a:srgbClr val="526879"/>
                </a:solidFill>
                <a:latin typeface="Arial"/>
                <a:ea typeface="Arial"/>
                <a:cs typeface="Arial"/>
              </a:rPr>
              <a:t>05 / 08</a:t>
            </a:r>
          </a:p>
        </p:txBody>
      </p:sp>
      <p:sp>
        <p:nvSpPr>
          <p:cNvPr id="4" name="">
            <a:extLst xmlns:a="http://schemas.openxmlformats.org/drawingml/2006/main">
              <a:ext uri="{FF2B5EF4-FFF2-40B4-BE49-F238E27FC236}">
                <a16:creationId xmlns:a16="http://schemas.microsoft.com/office/drawing/2014/main" id="{1801B748-A3E3-43DD-B3B5-6AFAF5E4335F}"/>
              </a:ext>
            </a:extLst>
          </p:cNvPr>
          <p:cNvSpPr>
            <a:spLocks xmlns:a="http://schemas.openxmlformats.org/drawingml/2006/main" noGrp="1"/>
          </p:cNvSpPr>
          <p:nvPr/>
        </p:nvSpPr>
        <p:spPr>
          <a:xfrm xmlns:a="http://schemas.openxmlformats.org/drawingml/2006/main">
            <a:off x="685800" y="136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02235"/>
                </a:solidFill>
                <a:latin typeface="Arial"/>
                <a:ea typeface="Arial"/>
                <a:cs typeface="Arial"/>
              </a:defRPr>
            </a:defPPr>
            <a:lvl1pPr algn="l">
              <a:defRPr sz="1875" b="1">
                <a:solidFill>
                  <a:srgbClr val="102235"/>
                </a:solidFill>
                <a:latin typeface="Arial"/>
                <a:ea typeface="Arial"/>
                <a:cs typeface="Arial"/>
              </a:defRPr>
            </a:lvl1pPr>
            <a:lvl2pPr algn="l">
              <a:defRPr sz="1875" b="1">
                <a:solidFill>
                  <a:srgbClr val="102235"/>
                </a:solidFill>
                <a:latin typeface="Arial"/>
                <a:ea typeface="Arial"/>
                <a:cs typeface="Arial"/>
              </a:defRPr>
            </a:lvl2pPr>
            <a:lvl3pPr algn="l">
              <a:defRPr sz="1875" b="1">
                <a:solidFill>
                  <a:srgbClr val="102235"/>
                </a:solidFill>
                <a:latin typeface="Arial"/>
                <a:ea typeface="Arial"/>
                <a:cs typeface="Arial"/>
              </a:defRPr>
            </a:lvl3pPr>
            <a:lvl4pPr algn="l">
              <a:defRPr sz="1875" b="1">
                <a:solidFill>
                  <a:srgbClr val="102235"/>
                </a:solidFill>
                <a:latin typeface="Arial"/>
                <a:ea typeface="Arial"/>
                <a:cs typeface="Arial"/>
              </a:defRPr>
            </a:lvl4pPr>
            <a:lvl5pPr algn="l">
              <a:defRPr sz="1875" b="1">
                <a:solidFill>
                  <a:srgbClr val="102235"/>
                </a:solidFill>
                <a:latin typeface="Arial"/>
                <a:ea typeface="Arial"/>
                <a:cs typeface="Arial"/>
              </a:defRPr>
            </a:lvl5pPr>
            <a:lvl6pPr algn="l">
              <a:defRPr sz="1875" b="1">
                <a:solidFill>
                  <a:srgbClr val="102235"/>
                </a:solidFill>
                <a:latin typeface="Arial"/>
                <a:ea typeface="Arial"/>
                <a:cs typeface="Arial"/>
              </a:defRPr>
            </a:lvl6pPr>
            <a:lvl7pPr algn="l">
              <a:defRPr sz="1875" b="1">
                <a:solidFill>
                  <a:srgbClr val="102235"/>
                </a:solidFill>
                <a:latin typeface="Arial"/>
                <a:ea typeface="Arial"/>
                <a:cs typeface="Arial"/>
              </a:defRPr>
            </a:lvl7pPr>
            <a:lvl8pPr algn="l">
              <a:defRPr sz="1875" b="1">
                <a:solidFill>
                  <a:srgbClr val="102235"/>
                </a:solidFill>
                <a:latin typeface="Arial"/>
                <a:ea typeface="Arial"/>
                <a:cs typeface="Arial"/>
              </a:defRPr>
            </a:lvl8pPr>
            <a:lvl9pPr algn="l">
              <a:defRPr sz="1875" b="1">
                <a:solidFill>
                  <a:srgbClr val="102235"/>
                </a:solidFill>
                <a:latin typeface="Arial"/>
                <a:ea typeface="Arial"/>
                <a:cs typeface="Arial"/>
              </a:defRPr>
            </a:lvl9pPr>
          </a:lstStyle>
          <a:p xmlns:a="http://schemas.openxmlformats.org/drawingml/2006/main">
            <a:pPr algn="l">
              <a:defRPr sz="1875" b="1">
                <a:solidFill>
                  <a:srgbClr val="102235"/>
                </a:solidFill>
                <a:latin typeface="Arial"/>
                <a:ea typeface="Arial"/>
                <a:cs typeface="Arial"/>
              </a:defRPr>
            </a:pPr>
            <a:r>
              <a:rPr sz="1875" b="1">
                <a:solidFill>
                  <a:srgbClr val="102235"/>
                </a:solidFill>
                <a:latin typeface="Arial"/>
                <a:ea typeface="Arial"/>
                <a:cs typeface="Arial"/>
              </a:rPr>
              <a:t>Build multi-stage</a:t>
            </a:r>
          </a:p>
        </p:txBody>
      </p:sp>
      <p:sp>
        <p:nvSpPr>
          <p:cNvPr id="5" name="">
            <a:extLst xmlns:a="http://schemas.openxmlformats.org/drawingml/2006/main">
              <a:ext uri="{FF2B5EF4-FFF2-40B4-BE49-F238E27FC236}">
                <a16:creationId xmlns:a16="http://schemas.microsoft.com/office/drawing/2014/main" id="{B5CF5C4E-3C0D-40FF-A725-2259D2B569F7}"/>
              </a:ext>
            </a:extLst>
          </p:cNvPr>
          <p:cNvSpPr>
            <a:spLocks xmlns:a="http://schemas.openxmlformats.org/drawingml/2006/main" noGrp="1"/>
          </p:cNvSpPr>
          <p:nvPr/>
        </p:nvSpPr>
        <p:spPr>
          <a:xfrm xmlns:a="http://schemas.openxmlformats.org/drawingml/2006/main">
            <a:off x="685800" y="1943100"/>
            <a:ext cx="285750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6" name="">
            <a:extLst xmlns:a="http://schemas.openxmlformats.org/drawingml/2006/main">
              <a:ext uri="{FF2B5EF4-FFF2-40B4-BE49-F238E27FC236}">
                <a16:creationId xmlns:a16="http://schemas.microsoft.com/office/drawing/2014/main" id="{F8BC5AC7-10F8-4920-BBE0-8F3E730728E4}"/>
              </a:ext>
            </a:extLst>
          </p:cNvPr>
          <p:cNvSpPr>
            <a:spLocks xmlns:a="http://schemas.openxmlformats.org/drawingml/2006/main" noGrp="1"/>
          </p:cNvSpPr>
          <p:nvPr/>
        </p:nvSpPr>
        <p:spPr>
          <a:xfrm xmlns:a="http://schemas.openxmlformats.org/drawingml/2006/main">
            <a:off x="685800" y="1943100"/>
            <a:ext cx="66675" cy="1143000"/>
          </a:xfrm>
          <a:prstGeom xmlns:a="http://schemas.openxmlformats.org/drawingml/2006/main" prst="rect">
            <a:avLst/>
          </a:prstGeom>
          <a:solidFill xmlns:a="http://schemas.openxmlformats.org/drawingml/2006/main">
            <a:srgbClr val="2D67B2"/>
          </a:solidFill>
          <a:ln xmlns:a="http://schemas.openxmlformats.org/drawingml/2006/main" w="0">
            <a:solidFill>
              <a:srgbClr val="2D67B2"/>
            </a:solidFill>
            <a:prstDash val="solid"/>
          </a:ln>
        </p:spPr>
      </p:sp>
      <p:sp>
        <p:nvSpPr>
          <p:cNvPr id="7" name="">
            <a:extLst xmlns:a="http://schemas.openxmlformats.org/drawingml/2006/main">
              <a:ext uri="{FF2B5EF4-FFF2-40B4-BE49-F238E27FC236}">
                <a16:creationId xmlns:a16="http://schemas.microsoft.com/office/drawing/2014/main" id="{28A1DBF2-A391-4479-9E20-AA260CB9D78E}"/>
              </a:ext>
            </a:extLst>
          </p:cNvPr>
          <p:cNvSpPr>
            <a:spLocks xmlns:a="http://schemas.openxmlformats.org/drawingml/2006/main" noGrp="1"/>
          </p:cNvSpPr>
          <p:nvPr/>
        </p:nvSpPr>
        <p:spPr>
          <a:xfrm xmlns:a="http://schemas.openxmlformats.org/drawingml/2006/main">
            <a:off x="857250" y="2028825"/>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Backend · build</a:t>
            </a:r>
          </a:p>
        </p:txBody>
      </p:sp>
      <p:sp>
        <p:nvSpPr>
          <p:cNvPr id="8" name="">
            <a:extLst xmlns:a="http://schemas.openxmlformats.org/drawingml/2006/main">
              <a:ext uri="{FF2B5EF4-FFF2-40B4-BE49-F238E27FC236}">
                <a16:creationId xmlns:a16="http://schemas.microsoft.com/office/drawing/2014/main" id="{C1242CAE-A86E-4E45-A9DA-70407504CD85}"/>
              </a:ext>
            </a:extLst>
          </p:cNvPr>
          <p:cNvSpPr>
            <a:spLocks xmlns:a="http://schemas.openxmlformats.org/drawingml/2006/main" noGrp="1"/>
          </p:cNvSpPr>
          <p:nvPr/>
        </p:nvSpPr>
        <p:spPr>
          <a:xfrm xmlns:a="http://schemas.openxmlformats.org/drawingml/2006/main">
            <a:off x="857250" y="23431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JDK + Maven Wrapper</a:t>
            </a:r>
          </a:p>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compila el servicio</a:t>
            </a:r>
          </a:p>
        </p:txBody>
      </p:sp>
      <p:sp>
        <p:nvSpPr>
          <p:cNvPr id="9" name="">
            <a:extLst xmlns:a="http://schemas.openxmlformats.org/drawingml/2006/main">
              <a:ext uri="{FF2B5EF4-FFF2-40B4-BE49-F238E27FC236}">
                <a16:creationId xmlns:a16="http://schemas.microsoft.com/office/drawing/2014/main" id="{56E99681-064D-4A9C-BCD0-314C48AFB248}"/>
              </a:ext>
            </a:extLst>
          </p:cNvPr>
          <p:cNvSpPr>
            <a:spLocks xmlns:a="http://schemas.openxmlformats.org/drawingml/2006/main" noGrp="1"/>
          </p:cNvSpPr>
          <p:nvPr/>
        </p:nvSpPr>
        <p:spPr>
          <a:xfrm xmlns:a="http://schemas.openxmlformats.org/drawingml/2006/main">
            <a:off x="4286250" y="1943100"/>
            <a:ext cx="285750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10" name="">
            <a:extLst xmlns:a="http://schemas.openxmlformats.org/drawingml/2006/main">
              <a:ext uri="{FF2B5EF4-FFF2-40B4-BE49-F238E27FC236}">
                <a16:creationId xmlns:a16="http://schemas.microsoft.com/office/drawing/2014/main" id="{D099BD03-F206-4345-9358-55858E9F73CC}"/>
              </a:ext>
            </a:extLst>
          </p:cNvPr>
          <p:cNvSpPr>
            <a:spLocks xmlns:a="http://schemas.openxmlformats.org/drawingml/2006/main" noGrp="1"/>
          </p:cNvSpPr>
          <p:nvPr/>
        </p:nvSpPr>
        <p:spPr>
          <a:xfrm xmlns:a="http://schemas.openxmlformats.org/drawingml/2006/main">
            <a:off x="4286250" y="1943100"/>
            <a:ext cx="66675" cy="1143000"/>
          </a:xfrm>
          <a:prstGeom xmlns:a="http://schemas.openxmlformats.org/drawingml/2006/main" prst="rect">
            <a:avLst/>
          </a:prstGeom>
          <a:solidFill xmlns:a="http://schemas.openxmlformats.org/drawingml/2006/main">
            <a:srgbClr val="078C8C"/>
          </a:solidFill>
          <a:ln xmlns:a="http://schemas.openxmlformats.org/drawingml/2006/main" w="0">
            <a:solidFill>
              <a:srgbClr val="078C8C"/>
            </a:solidFill>
            <a:prstDash val="solid"/>
          </a:ln>
        </p:spPr>
      </p:sp>
      <p:sp>
        <p:nvSpPr>
          <p:cNvPr id="11" name="">
            <a:extLst xmlns:a="http://schemas.openxmlformats.org/drawingml/2006/main">
              <a:ext uri="{FF2B5EF4-FFF2-40B4-BE49-F238E27FC236}">
                <a16:creationId xmlns:a16="http://schemas.microsoft.com/office/drawing/2014/main" id="{4CCBCA21-9BBA-48DA-932D-E736D61224EB}"/>
              </a:ext>
            </a:extLst>
          </p:cNvPr>
          <p:cNvSpPr>
            <a:spLocks xmlns:a="http://schemas.openxmlformats.org/drawingml/2006/main" noGrp="1"/>
          </p:cNvSpPr>
          <p:nvPr/>
        </p:nvSpPr>
        <p:spPr>
          <a:xfrm xmlns:a="http://schemas.openxmlformats.org/drawingml/2006/main">
            <a:off x="4457700" y="2028825"/>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Backend · runtime</a:t>
            </a:r>
          </a:p>
        </p:txBody>
      </p:sp>
      <p:sp>
        <p:nvSpPr>
          <p:cNvPr id="12" name="">
            <a:extLst xmlns:a="http://schemas.openxmlformats.org/drawingml/2006/main">
              <a:ext uri="{FF2B5EF4-FFF2-40B4-BE49-F238E27FC236}">
                <a16:creationId xmlns:a16="http://schemas.microsoft.com/office/drawing/2014/main" id="{499C2908-E394-4A90-AB0D-E53B8D06224A}"/>
              </a:ext>
            </a:extLst>
          </p:cNvPr>
          <p:cNvSpPr>
            <a:spLocks xmlns:a="http://schemas.openxmlformats.org/drawingml/2006/main" noGrp="1"/>
          </p:cNvSpPr>
          <p:nvPr/>
        </p:nvSpPr>
        <p:spPr>
          <a:xfrm xmlns:a="http://schemas.openxmlformats.org/drawingml/2006/main">
            <a:off x="4457700" y="23431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JRE + JAR</a:t>
            </a:r>
          </a:p>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imagen liviana</a:t>
            </a:r>
          </a:p>
        </p:txBody>
      </p:sp>
      <p:sp>
        <p:nvSpPr>
          <p:cNvPr id="14" name="">
            <a:extLst xmlns:a="http://schemas.openxmlformats.org/drawingml/2006/main">
              <a:ext uri="{FF2B5EF4-FFF2-40B4-BE49-F238E27FC236}">
                <a16:creationId xmlns:a16="http://schemas.microsoft.com/office/drawing/2014/main" id="{0C995DBA-D0D0-4705-8983-5961573D8782}"/>
              </a:ext>
            </a:extLst>
          </p:cNvPr>
          <p:cNvSpPr>
            <a:spLocks xmlns:a="http://schemas.openxmlformats.org/drawingml/2006/main" noGrp="1"/>
          </p:cNvSpPr>
          <p:nvPr/>
        </p:nvSpPr>
        <p:spPr>
          <a:xfrm xmlns:a="http://schemas.openxmlformats.org/drawingml/2006/main">
            <a:off x="685800" y="3581400"/>
            <a:ext cx="285750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15" name="">
            <a:extLst xmlns:a="http://schemas.openxmlformats.org/drawingml/2006/main">
              <a:ext uri="{FF2B5EF4-FFF2-40B4-BE49-F238E27FC236}">
                <a16:creationId xmlns:a16="http://schemas.microsoft.com/office/drawing/2014/main" id="{D9900F0B-15A1-4F42-B1EA-FAA70A4833D6}"/>
              </a:ext>
            </a:extLst>
          </p:cNvPr>
          <p:cNvSpPr>
            <a:spLocks xmlns:a="http://schemas.openxmlformats.org/drawingml/2006/main" noGrp="1"/>
          </p:cNvSpPr>
          <p:nvPr/>
        </p:nvSpPr>
        <p:spPr>
          <a:xfrm xmlns:a="http://schemas.openxmlformats.org/drawingml/2006/main">
            <a:off x="685800" y="3581400"/>
            <a:ext cx="66675" cy="1143000"/>
          </a:xfrm>
          <a:prstGeom xmlns:a="http://schemas.openxmlformats.org/drawingml/2006/main" prst="rect">
            <a:avLst/>
          </a:prstGeom>
          <a:solidFill xmlns:a="http://schemas.openxmlformats.org/drawingml/2006/main">
            <a:srgbClr val="E79845"/>
          </a:solidFill>
          <a:ln xmlns:a="http://schemas.openxmlformats.org/drawingml/2006/main" w="0">
            <a:solidFill>
              <a:srgbClr val="E79845"/>
            </a:solidFill>
            <a:prstDash val="solid"/>
          </a:ln>
        </p:spPr>
      </p:sp>
      <p:sp>
        <p:nvSpPr>
          <p:cNvPr id="16" name="">
            <a:extLst xmlns:a="http://schemas.openxmlformats.org/drawingml/2006/main">
              <a:ext uri="{FF2B5EF4-FFF2-40B4-BE49-F238E27FC236}">
                <a16:creationId xmlns:a16="http://schemas.microsoft.com/office/drawing/2014/main" id="{67609383-3289-4F9C-8B62-8E6DC637D5D4}"/>
              </a:ext>
            </a:extLst>
          </p:cNvPr>
          <p:cNvSpPr>
            <a:spLocks xmlns:a="http://schemas.openxmlformats.org/drawingml/2006/main" noGrp="1"/>
          </p:cNvSpPr>
          <p:nvPr/>
        </p:nvSpPr>
        <p:spPr>
          <a:xfrm xmlns:a="http://schemas.openxmlformats.org/drawingml/2006/main">
            <a:off x="857250" y="3667125"/>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Frontend · build</a:t>
            </a:r>
          </a:p>
        </p:txBody>
      </p:sp>
      <p:sp>
        <p:nvSpPr>
          <p:cNvPr id="17" name="">
            <a:extLst xmlns:a="http://schemas.openxmlformats.org/drawingml/2006/main">
              <a:ext uri="{FF2B5EF4-FFF2-40B4-BE49-F238E27FC236}">
                <a16:creationId xmlns:a16="http://schemas.microsoft.com/office/drawing/2014/main" id="{5E1709F3-E2E1-4394-B95C-FFCA76FF1091}"/>
              </a:ext>
            </a:extLst>
          </p:cNvPr>
          <p:cNvSpPr>
            <a:spLocks xmlns:a="http://schemas.openxmlformats.org/drawingml/2006/main" noGrp="1"/>
          </p:cNvSpPr>
          <p:nvPr/>
        </p:nvSpPr>
        <p:spPr>
          <a:xfrm xmlns:a="http://schemas.openxmlformats.org/drawingml/2006/main">
            <a:off x="857250" y="39814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Node.js + Vite</a:t>
            </a:r>
          </a:p>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genera archivos estáticos</a:t>
            </a:r>
          </a:p>
        </p:txBody>
      </p:sp>
      <p:sp>
        <p:nvSpPr>
          <p:cNvPr id="18" name="">
            <a:extLst xmlns:a="http://schemas.openxmlformats.org/drawingml/2006/main">
              <a:ext uri="{FF2B5EF4-FFF2-40B4-BE49-F238E27FC236}">
                <a16:creationId xmlns:a16="http://schemas.microsoft.com/office/drawing/2014/main" id="{8153EE7B-89D2-4A1C-855C-5F4DE43DAAE2}"/>
              </a:ext>
            </a:extLst>
          </p:cNvPr>
          <p:cNvSpPr>
            <a:spLocks xmlns:a="http://schemas.openxmlformats.org/drawingml/2006/main" noGrp="1"/>
          </p:cNvSpPr>
          <p:nvPr/>
        </p:nvSpPr>
        <p:spPr>
          <a:xfrm xmlns:a="http://schemas.openxmlformats.org/drawingml/2006/main">
            <a:off x="4286250" y="3581400"/>
            <a:ext cx="285750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19" name="">
            <a:extLst xmlns:a="http://schemas.openxmlformats.org/drawingml/2006/main">
              <a:ext uri="{FF2B5EF4-FFF2-40B4-BE49-F238E27FC236}">
                <a16:creationId xmlns:a16="http://schemas.microsoft.com/office/drawing/2014/main" id="{CFD149E0-4762-447F-BEE7-DC5523D99C8D}"/>
              </a:ext>
            </a:extLst>
          </p:cNvPr>
          <p:cNvSpPr>
            <a:spLocks xmlns:a="http://schemas.openxmlformats.org/drawingml/2006/main" noGrp="1"/>
          </p:cNvSpPr>
          <p:nvPr/>
        </p:nvSpPr>
        <p:spPr>
          <a:xfrm xmlns:a="http://schemas.openxmlformats.org/drawingml/2006/main">
            <a:off x="4286250" y="3581400"/>
            <a:ext cx="66675" cy="1143000"/>
          </a:xfrm>
          <a:prstGeom xmlns:a="http://schemas.openxmlformats.org/drawingml/2006/main" prst="rect">
            <a:avLst/>
          </a:prstGeom>
          <a:solidFill xmlns:a="http://schemas.openxmlformats.org/drawingml/2006/main">
            <a:srgbClr val="2D67B2"/>
          </a:solidFill>
          <a:ln xmlns:a="http://schemas.openxmlformats.org/drawingml/2006/main" w="0">
            <a:solidFill>
              <a:srgbClr val="2D67B2"/>
            </a:solidFill>
            <a:prstDash val="solid"/>
          </a:ln>
        </p:spPr>
      </p:sp>
      <p:sp>
        <p:nvSpPr>
          <p:cNvPr id="20" name="">
            <a:extLst xmlns:a="http://schemas.openxmlformats.org/drawingml/2006/main">
              <a:ext uri="{FF2B5EF4-FFF2-40B4-BE49-F238E27FC236}">
                <a16:creationId xmlns:a16="http://schemas.microsoft.com/office/drawing/2014/main" id="{A2E43A3D-8FAA-4981-B116-F229C26F4553}"/>
              </a:ext>
            </a:extLst>
          </p:cNvPr>
          <p:cNvSpPr>
            <a:spLocks xmlns:a="http://schemas.openxmlformats.org/drawingml/2006/main" noGrp="1"/>
          </p:cNvSpPr>
          <p:nvPr/>
        </p:nvSpPr>
        <p:spPr>
          <a:xfrm xmlns:a="http://schemas.openxmlformats.org/drawingml/2006/main">
            <a:off x="4457700" y="3667125"/>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Frontend · runtime</a:t>
            </a:r>
          </a:p>
        </p:txBody>
      </p:sp>
      <p:sp>
        <p:nvSpPr>
          <p:cNvPr id="21" name="">
            <a:extLst xmlns:a="http://schemas.openxmlformats.org/drawingml/2006/main">
              <a:ext uri="{FF2B5EF4-FFF2-40B4-BE49-F238E27FC236}">
                <a16:creationId xmlns:a16="http://schemas.microsoft.com/office/drawing/2014/main" id="{EED79A8C-ECD7-41A7-BE98-904344CB924D}"/>
              </a:ext>
            </a:extLst>
          </p:cNvPr>
          <p:cNvSpPr>
            <a:spLocks xmlns:a="http://schemas.openxmlformats.org/drawingml/2006/main" noGrp="1"/>
          </p:cNvSpPr>
          <p:nvPr/>
        </p:nvSpPr>
        <p:spPr>
          <a:xfrm xmlns:a="http://schemas.openxmlformats.org/drawingml/2006/main">
            <a:off x="4457700" y="39814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Nginx sirve la aplicación</a:t>
            </a:r>
          </a:p>
        </p:txBody>
      </p:sp>
      <p:sp>
        <p:nvSpPr>
          <p:cNvPr id="23" name="">
            <a:extLst xmlns:a="http://schemas.openxmlformats.org/drawingml/2006/main">
              <a:ext uri="{FF2B5EF4-FFF2-40B4-BE49-F238E27FC236}">
                <a16:creationId xmlns:a16="http://schemas.microsoft.com/office/drawing/2014/main" id="{D43FA6A5-5844-4977-8DBF-A865A7F1E582}"/>
              </a:ext>
            </a:extLst>
          </p:cNvPr>
          <p:cNvSpPr>
            <a:spLocks xmlns:a="http://schemas.openxmlformats.org/drawingml/2006/main" noGrp="1"/>
          </p:cNvSpPr>
          <p:nvPr/>
        </p:nvSpPr>
        <p:spPr>
          <a:xfrm xmlns:a="http://schemas.openxmlformats.org/drawingml/2006/main">
            <a:off x="8239125" y="2181225"/>
            <a:ext cx="285750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24" name="">
            <a:extLst xmlns:a="http://schemas.openxmlformats.org/drawingml/2006/main">
              <a:ext uri="{FF2B5EF4-FFF2-40B4-BE49-F238E27FC236}">
                <a16:creationId xmlns:a16="http://schemas.microsoft.com/office/drawing/2014/main" id="{00445A09-C47C-476D-AF7C-AF37AB4535F3}"/>
              </a:ext>
            </a:extLst>
          </p:cNvPr>
          <p:cNvSpPr>
            <a:spLocks xmlns:a="http://schemas.openxmlformats.org/drawingml/2006/main" noGrp="1"/>
          </p:cNvSpPr>
          <p:nvPr/>
        </p:nvSpPr>
        <p:spPr>
          <a:xfrm xmlns:a="http://schemas.openxmlformats.org/drawingml/2006/main">
            <a:off x="8239125" y="2181225"/>
            <a:ext cx="66675" cy="952500"/>
          </a:xfrm>
          <a:prstGeom xmlns:a="http://schemas.openxmlformats.org/drawingml/2006/main" prst="rect">
            <a:avLst/>
          </a:prstGeom>
          <a:solidFill xmlns:a="http://schemas.openxmlformats.org/drawingml/2006/main">
            <a:srgbClr val="102235"/>
          </a:solidFill>
          <a:ln xmlns:a="http://schemas.openxmlformats.org/drawingml/2006/main" w="0">
            <a:solidFill>
              <a:srgbClr val="102235"/>
            </a:solidFill>
            <a:prstDash val="solid"/>
          </a:ln>
        </p:spPr>
      </p:sp>
      <p:sp>
        <p:nvSpPr>
          <p:cNvPr id="25" name="">
            <a:extLst xmlns:a="http://schemas.openxmlformats.org/drawingml/2006/main">
              <a:ext uri="{FF2B5EF4-FFF2-40B4-BE49-F238E27FC236}">
                <a16:creationId xmlns:a16="http://schemas.microsoft.com/office/drawing/2014/main" id="{6A7041A8-7842-4B08-9BAD-16600476FC81}"/>
              </a:ext>
            </a:extLst>
          </p:cNvPr>
          <p:cNvSpPr>
            <a:spLocks xmlns:a="http://schemas.openxmlformats.org/drawingml/2006/main" noGrp="1"/>
          </p:cNvSpPr>
          <p:nvPr/>
        </p:nvSpPr>
        <p:spPr>
          <a:xfrm xmlns:a="http://schemas.openxmlformats.org/drawingml/2006/main">
            <a:off x="8410575" y="226695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02235"/>
                </a:solidFill>
                <a:latin typeface="Arial"/>
                <a:ea typeface="Arial"/>
                <a:cs typeface="Arial"/>
              </a:defRPr>
            </a:defPPr>
            <a:lvl1pPr algn="l">
              <a:defRPr sz="1800" b="1">
                <a:solidFill>
                  <a:srgbClr val="102235"/>
                </a:solidFill>
                <a:latin typeface="Arial"/>
                <a:ea typeface="Arial"/>
                <a:cs typeface="Arial"/>
              </a:defRPr>
            </a:lvl1pPr>
            <a:lvl2pPr algn="l">
              <a:defRPr sz="1800" b="1">
                <a:solidFill>
                  <a:srgbClr val="102235"/>
                </a:solidFill>
                <a:latin typeface="Arial"/>
                <a:ea typeface="Arial"/>
                <a:cs typeface="Arial"/>
              </a:defRPr>
            </a:lvl2pPr>
            <a:lvl3pPr algn="l">
              <a:defRPr sz="1800" b="1">
                <a:solidFill>
                  <a:srgbClr val="102235"/>
                </a:solidFill>
                <a:latin typeface="Arial"/>
                <a:ea typeface="Arial"/>
                <a:cs typeface="Arial"/>
              </a:defRPr>
            </a:lvl3pPr>
            <a:lvl4pPr algn="l">
              <a:defRPr sz="1800" b="1">
                <a:solidFill>
                  <a:srgbClr val="102235"/>
                </a:solidFill>
                <a:latin typeface="Arial"/>
                <a:ea typeface="Arial"/>
                <a:cs typeface="Arial"/>
              </a:defRPr>
            </a:lvl4pPr>
            <a:lvl5pPr algn="l">
              <a:defRPr sz="1800" b="1">
                <a:solidFill>
                  <a:srgbClr val="102235"/>
                </a:solidFill>
                <a:latin typeface="Arial"/>
                <a:ea typeface="Arial"/>
                <a:cs typeface="Arial"/>
              </a:defRPr>
            </a:lvl5pPr>
            <a:lvl6pPr algn="l">
              <a:defRPr sz="1800" b="1">
                <a:solidFill>
                  <a:srgbClr val="102235"/>
                </a:solidFill>
                <a:latin typeface="Arial"/>
                <a:ea typeface="Arial"/>
                <a:cs typeface="Arial"/>
              </a:defRPr>
            </a:lvl6pPr>
            <a:lvl7pPr algn="l">
              <a:defRPr sz="1800" b="1">
                <a:solidFill>
                  <a:srgbClr val="102235"/>
                </a:solidFill>
                <a:latin typeface="Arial"/>
                <a:ea typeface="Arial"/>
                <a:cs typeface="Arial"/>
              </a:defRPr>
            </a:lvl7pPr>
            <a:lvl8pPr algn="l">
              <a:defRPr sz="1800" b="1">
                <a:solidFill>
                  <a:srgbClr val="102235"/>
                </a:solidFill>
                <a:latin typeface="Arial"/>
                <a:ea typeface="Arial"/>
                <a:cs typeface="Arial"/>
              </a:defRPr>
            </a:lvl8pPr>
            <a:lvl9pPr algn="l">
              <a:defRPr sz="1800" b="1">
                <a:solidFill>
                  <a:srgbClr val="102235"/>
                </a:solidFill>
                <a:latin typeface="Arial"/>
                <a:ea typeface="Arial"/>
                <a:cs typeface="Arial"/>
              </a:defRPr>
            </a:lvl9pPr>
          </a:lstStyle>
          <a:p xmlns:a="http://schemas.openxmlformats.org/drawingml/2006/main">
            <a:pPr algn="l">
              <a:defRPr sz="1800" b="1">
                <a:solidFill>
                  <a:srgbClr val="102235"/>
                </a:solidFill>
                <a:latin typeface="Arial"/>
                <a:ea typeface="Arial"/>
                <a:cs typeface="Arial"/>
              </a:defRPr>
            </a:pPr>
            <a:r>
              <a:rPr sz="1800" b="1">
                <a:solidFill>
                  <a:srgbClr val="102235"/>
                </a:solidFill>
                <a:latin typeface="Arial"/>
                <a:ea typeface="Arial"/>
                <a:cs typeface="Arial"/>
              </a:rPr>
              <a:t>Docker Hub</a:t>
            </a:r>
          </a:p>
        </p:txBody>
      </p:sp>
      <p:sp>
        <p:nvSpPr>
          <p:cNvPr id="26" name="">
            <a:extLst xmlns:a="http://schemas.openxmlformats.org/drawingml/2006/main">
              <a:ext uri="{FF2B5EF4-FFF2-40B4-BE49-F238E27FC236}">
                <a16:creationId xmlns:a16="http://schemas.microsoft.com/office/drawing/2014/main" id="{85828F65-E04D-4985-A94E-C8C943DA49B7}"/>
              </a:ext>
            </a:extLst>
          </p:cNvPr>
          <p:cNvSpPr>
            <a:spLocks xmlns:a="http://schemas.openxmlformats.org/drawingml/2006/main" noGrp="1"/>
          </p:cNvSpPr>
          <p:nvPr/>
        </p:nvSpPr>
        <p:spPr>
          <a:xfrm xmlns:a="http://schemas.openxmlformats.org/drawingml/2006/main">
            <a:off x="8410575" y="2581275"/>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Imágenes versionadas</a:t>
            </a:r>
          </a:p>
        </p:txBody>
      </p:sp>
      <p:sp>
        <p:nvSpPr>
          <p:cNvPr id="27" name="">
            <a:extLst xmlns:a="http://schemas.openxmlformats.org/drawingml/2006/main">
              <a:ext uri="{FF2B5EF4-FFF2-40B4-BE49-F238E27FC236}">
                <a16:creationId xmlns:a16="http://schemas.microsoft.com/office/drawing/2014/main" id="{C28CB260-46CD-482B-BDA5-537B5960FE21}"/>
              </a:ext>
            </a:extLst>
          </p:cNvPr>
          <p:cNvSpPr>
            <a:spLocks xmlns:a="http://schemas.openxmlformats.org/drawingml/2006/main" noGrp="1"/>
          </p:cNvSpPr>
          <p:nvPr/>
        </p:nvSpPr>
        <p:spPr>
          <a:xfrm xmlns:a="http://schemas.openxmlformats.org/drawingml/2006/main">
            <a:off x="8239125" y="3819525"/>
            <a:ext cx="285750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28" name="">
            <a:extLst xmlns:a="http://schemas.openxmlformats.org/drawingml/2006/main">
              <a:ext uri="{FF2B5EF4-FFF2-40B4-BE49-F238E27FC236}">
                <a16:creationId xmlns:a16="http://schemas.microsoft.com/office/drawing/2014/main" id="{60F70FB4-0B72-4D2E-9F91-24E8182281C0}"/>
              </a:ext>
            </a:extLst>
          </p:cNvPr>
          <p:cNvSpPr>
            <a:spLocks xmlns:a="http://schemas.openxmlformats.org/drawingml/2006/main" noGrp="1"/>
          </p:cNvSpPr>
          <p:nvPr/>
        </p:nvSpPr>
        <p:spPr>
          <a:xfrm xmlns:a="http://schemas.openxmlformats.org/drawingml/2006/main">
            <a:off x="8239125" y="3819525"/>
            <a:ext cx="66675" cy="952500"/>
          </a:xfrm>
          <a:prstGeom xmlns:a="http://schemas.openxmlformats.org/drawingml/2006/main" prst="rect">
            <a:avLst/>
          </a:prstGeom>
          <a:solidFill xmlns:a="http://schemas.openxmlformats.org/drawingml/2006/main">
            <a:srgbClr val="078C8C"/>
          </a:solidFill>
          <a:ln xmlns:a="http://schemas.openxmlformats.org/drawingml/2006/main" w="0">
            <a:solidFill>
              <a:srgbClr val="078C8C"/>
            </a:solidFill>
            <a:prstDash val="solid"/>
          </a:ln>
        </p:spPr>
      </p:sp>
      <p:sp>
        <p:nvSpPr>
          <p:cNvPr id="29" name="">
            <a:extLst xmlns:a="http://schemas.openxmlformats.org/drawingml/2006/main">
              <a:ext uri="{FF2B5EF4-FFF2-40B4-BE49-F238E27FC236}">
                <a16:creationId xmlns:a16="http://schemas.microsoft.com/office/drawing/2014/main" id="{C4ED6C1B-98D8-45A2-AB66-549C4A48D947}"/>
              </a:ext>
            </a:extLst>
          </p:cNvPr>
          <p:cNvSpPr>
            <a:spLocks xmlns:a="http://schemas.openxmlformats.org/drawingml/2006/main" noGrp="1"/>
          </p:cNvSpPr>
          <p:nvPr/>
        </p:nvSpPr>
        <p:spPr>
          <a:xfrm xmlns:a="http://schemas.openxmlformats.org/drawingml/2006/main">
            <a:off x="8410575" y="390525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02235"/>
                </a:solidFill>
                <a:latin typeface="Arial"/>
                <a:ea typeface="Arial"/>
                <a:cs typeface="Arial"/>
              </a:defRPr>
            </a:defPPr>
            <a:lvl1pPr algn="l">
              <a:defRPr sz="1800" b="1">
                <a:solidFill>
                  <a:srgbClr val="102235"/>
                </a:solidFill>
                <a:latin typeface="Arial"/>
                <a:ea typeface="Arial"/>
                <a:cs typeface="Arial"/>
              </a:defRPr>
            </a:lvl1pPr>
            <a:lvl2pPr algn="l">
              <a:defRPr sz="1800" b="1">
                <a:solidFill>
                  <a:srgbClr val="102235"/>
                </a:solidFill>
                <a:latin typeface="Arial"/>
                <a:ea typeface="Arial"/>
                <a:cs typeface="Arial"/>
              </a:defRPr>
            </a:lvl2pPr>
            <a:lvl3pPr algn="l">
              <a:defRPr sz="1800" b="1">
                <a:solidFill>
                  <a:srgbClr val="102235"/>
                </a:solidFill>
                <a:latin typeface="Arial"/>
                <a:ea typeface="Arial"/>
                <a:cs typeface="Arial"/>
              </a:defRPr>
            </a:lvl3pPr>
            <a:lvl4pPr algn="l">
              <a:defRPr sz="1800" b="1">
                <a:solidFill>
                  <a:srgbClr val="102235"/>
                </a:solidFill>
                <a:latin typeface="Arial"/>
                <a:ea typeface="Arial"/>
                <a:cs typeface="Arial"/>
              </a:defRPr>
            </a:lvl4pPr>
            <a:lvl5pPr algn="l">
              <a:defRPr sz="1800" b="1">
                <a:solidFill>
                  <a:srgbClr val="102235"/>
                </a:solidFill>
                <a:latin typeface="Arial"/>
                <a:ea typeface="Arial"/>
                <a:cs typeface="Arial"/>
              </a:defRPr>
            </a:lvl5pPr>
            <a:lvl6pPr algn="l">
              <a:defRPr sz="1800" b="1">
                <a:solidFill>
                  <a:srgbClr val="102235"/>
                </a:solidFill>
                <a:latin typeface="Arial"/>
                <a:ea typeface="Arial"/>
                <a:cs typeface="Arial"/>
              </a:defRPr>
            </a:lvl6pPr>
            <a:lvl7pPr algn="l">
              <a:defRPr sz="1800" b="1">
                <a:solidFill>
                  <a:srgbClr val="102235"/>
                </a:solidFill>
                <a:latin typeface="Arial"/>
                <a:ea typeface="Arial"/>
                <a:cs typeface="Arial"/>
              </a:defRPr>
            </a:lvl7pPr>
            <a:lvl8pPr algn="l">
              <a:defRPr sz="1800" b="1">
                <a:solidFill>
                  <a:srgbClr val="102235"/>
                </a:solidFill>
                <a:latin typeface="Arial"/>
                <a:ea typeface="Arial"/>
                <a:cs typeface="Arial"/>
              </a:defRPr>
            </a:lvl8pPr>
            <a:lvl9pPr algn="l">
              <a:defRPr sz="1800" b="1">
                <a:solidFill>
                  <a:srgbClr val="102235"/>
                </a:solidFill>
                <a:latin typeface="Arial"/>
                <a:ea typeface="Arial"/>
                <a:cs typeface="Arial"/>
              </a:defRPr>
            </a:lvl9pPr>
          </a:lstStyle>
          <a:p xmlns:a="http://schemas.openxmlformats.org/drawingml/2006/main">
            <a:pPr algn="l">
              <a:defRPr sz="1800" b="1">
                <a:solidFill>
                  <a:srgbClr val="102235"/>
                </a:solidFill>
                <a:latin typeface="Arial"/>
                <a:ea typeface="Arial"/>
                <a:cs typeface="Arial"/>
              </a:defRPr>
            </a:pPr>
            <a:r>
              <a:rPr sz="1800" b="1">
                <a:solidFill>
                  <a:srgbClr val="102235"/>
                </a:solidFill>
                <a:latin typeface="Arial"/>
                <a:ea typeface="Arial"/>
                <a:cs typeface="Arial"/>
              </a:rPr>
              <a:t>EC2</a:t>
            </a:r>
          </a:p>
        </p:txBody>
      </p:sp>
      <p:sp>
        <p:nvSpPr>
          <p:cNvPr id="30" name="">
            <a:extLst xmlns:a="http://schemas.openxmlformats.org/drawingml/2006/main">
              <a:ext uri="{FF2B5EF4-FFF2-40B4-BE49-F238E27FC236}">
                <a16:creationId xmlns:a16="http://schemas.microsoft.com/office/drawing/2014/main" id="{84D7CB71-0DEB-4F23-94A9-6842875322DB}"/>
              </a:ext>
            </a:extLst>
          </p:cNvPr>
          <p:cNvSpPr>
            <a:spLocks xmlns:a="http://schemas.openxmlformats.org/drawingml/2006/main" noGrp="1"/>
          </p:cNvSpPr>
          <p:nvPr/>
        </p:nvSpPr>
        <p:spPr>
          <a:xfrm xmlns:a="http://schemas.openxmlformats.org/drawingml/2006/main">
            <a:off x="8410575" y="4219575"/>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Descarga y ejecuta contenedores</a:t>
            </a:r>
          </a:p>
        </p:txBody>
      </p:sp>
      <p:sp>
        <p:nvSpPr>
          <p:cNvPr id="34" name="">
            <a:extLst xmlns:a="http://schemas.openxmlformats.org/drawingml/2006/main">
              <a:ext uri="{FF2B5EF4-FFF2-40B4-BE49-F238E27FC236}">
                <a16:creationId xmlns:a16="http://schemas.microsoft.com/office/drawing/2014/main" id="{9FF455F4-F2E1-4AB5-A2EA-1430E4D7E4DC}"/>
              </a:ext>
            </a:extLst>
          </p:cNvPr>
          <p:cNvSpPr>
            <a:spLocks xmlns:a="http://schemas.openxmlformats.org/drawingml/2006/main" noGrp="1"/>
          </p:cNvSpPr>
          <p:nvPr/>
        </p:nvSpPr>
        <p:spPr>
          <a:xfrm xmlns:a="http://schemas.openxmlformats.org/drawingml/2006/main">
            <a:off x="685800" y="5343525"/>
            <a:ext cx="700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02235"/>
                </a:solidFill>
                <a:latin typeface="Arial"/>
                <a:ea typeface="Arial"/>
                <a:cs typeface="Arial"/>
              </a:defRPr>
            </a:defPPr>
            <a:lvl1pPr algn="l">
              <a:defRPr sz="1800" b="1">
                <a:solidFill>
                  <a:srgbClr val="102235"/>
                </a:solidFill>
                <a:latin typeface="Arial"/>
                <a:ea typeface="Arial"/>
                <a:cs typeface="Arial"/>
              </a:defRPr>
            </a:lvl1pPr>
            <a:lvl2pPr algn="l">
              <a:defRPr sz="1800" b="1">
                <a:solidFill>
                  <a:srgbClr val="102235"/>
                </a:solidFill>
                <a:latin typeface="Arial"/>
                <a:ea typeface="Arial"/>
                <a:cs typeface="Arial"/>
              </a:defRPr>
            </a:lvl2pPr>
            <a:lvl3pPr algn="l">
              <a:defRPr sz="1800" b="1">
                <a:solidFill>
                  <a:srgbClr val="102235"/>
                </a:solidFill>
                <a:latin typeface="Arial"/>
                <a:ea typeface="Arial"/>
                <a:cs typeface="Arial"/>
              </a:defRPr>
            </a:lvl3pPr>
            <a:lvl4pPr algn="l">
              <a:defRPr sz="1800" b="1">
                <a:solidFill>
                  <a:srgbClr val="102235"/>
                </a:solidFill>
                <a:latin typeface="Arial"/>
                <a:ea typeface="Arial"/>
                <a:cs typeface="Arial"/>
              </a:defRPr>
            </a:lvl4pPr>
            <a:lvl5pPr algn="l">
              <a:defRPr sz="1800" b="1">
                <a:solidFill>
                  <a:srgbClr val="102235"/>
                </a:solidFill>
                <a:latin typeface="Arial"/>
                <a:ea typeface="Arial"/>
                <a:cs typeface="Arial"/>
              </a:defRPr>
            </a:lvl5pPr>
            <a:lvl6pPr algn="l">
              <a:defRPr sz="1800" b="1">
                <a:solidFill>
                  <a:srgbClr val="102235"/>
                </a:solidFill>
                <a:latin typeface="Arial"/>
                <a:ea typeface="Arial"/>
                <a:cs typeface="Arial"/>
              </a:defRPr>
            </a:lvl6pPr>
            <a:lvl7pPr algn="l">
              <a:defRPr sz="1800" b="1">
                <a:solidFill>
                  <a:srgbClr val="102235"/>
                </a:solidFill>
                <a:latin typeface="Arial"/>
                <a:ea typeface="Arial"/>
                <a:cs typeface="Arial"/>
              </a:defRPr>
            </a:lvl7pPr>
            <a:lvl8pPr algn="l">
              <a:defRPr sz="1800" b="1">
                <a:solidFill>
                  <a:srgbClr val="102235"/>
                </a:solidFill>
                <a:latin typeface="Arial"/>
                <a:ea typeface="Arial"/>
                <a:cs typeface="Arial"/>
              </a:defRPr>
            </a:lvl8pPr>
            <a:lvl9pPr algn="l">
              <a:defRPr sz="1800" b="1">
                <a:solidFill>
                  <a:srgbClr val="102235"/>
                </a:solidFill>
                <a:latin typeface="Arial"/>
                <a:ea typeface="Arial"/>
                <a:cs typeface="Arial"/>
              </a:defRPr>
            </a:lvl9pPr>
          </a:lstStyle>
          <a:p xmlns:a="http://schemas.openxmlformats.org/drawingml/2006/main">
            <a:pPr algn="l">
              <a:defRPr sz="1800" b="1">
                <a:solidFill>
                  <a:srgbClr val="102235"/>
                </a:solidFill>
                <a:latin typeface="Arial"/>
                <a:ea typeface="Arial"/>
                <a:cs typeface="Arial"/>
              </a:defRPr>
            </a:pPr>
            <a:r>
              <a:rPr sz="1800" b="1">
                <a:solidFill>
                  <a:srgbClr val="102235"/>
                </a:solidFill>
                <a:latin typeface="Arial"/>
                <a:ea typeface="Arial"/>
                <a:cs typeface="Arial"/>
              </a:rPr>
              <a:t>docker run -d --restart unless-stopped</a:t>
            </a:r>
          </a:p>
        </p:txBody>
      </p:sp>
      <p:sp>
        <p:nvSpPr>
          <p:cNvPr id="35" name="">
            <a:extLst xmlns:a="http://schemas.openxmlformats.org/drawingml/2006/main">
              <a:ext uri="{FF2B5EF4-FFF2-40B4-BE49-F238E27FC236}">
                <a16:creationId xmlns:a16="http://schemas.microsoft.com/office/drawing/2014/main" id="{5CE4583E-4912-48EC-91F7-00ABDD781F45}"/>
              </a:ext>
            </a:extLst>
          </p:cNvPr>
          <p:cNvSpPr>
            <a:spLocks xmlns:a="http://schemas.openxmlformats.org/drawingml/2006/main" noGrp="1"/>
          </p:cNvSpPr>
          <p:nvPr/>
        </p:nvSpPr>
        <p:spPr>
          <a:xfrm xmlns:a="http://schemas.openxmlformats.org/drawingml/2006/main">
            <a:off x="685800" y="5810250"/>
            <a:ext cx="1028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Docker aplica la política de reinicio y mantiene el contenedor activo.</a:t>
            </a:r>
          </a:p>
        </p:txBody>
      </p:sp>
    </p:spTree>
    <p:extLst>
      <p:ext uri="{BB962C8B-B14F-4D97-AF65-F5344CB8AC3E}">
        <p14:creationId xmlns:p14="http://schemas.microsoft.com/office/powerpoint/2010/main" val="749834227"/>
      </p:ext>
    </p:extLst>
  </p:cSld>
</p:sld>
</file>

<file path=ppt/slides/slide6.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cxnSp>
        <p:nvCxnSpPr>
          <p:cNvPr id="42" name="">
            <a:extLst xmlns:a="http://schemas.openxmlformats.org/drawingml/2006/main">
              <a:ext uri="{FF2B5EF4-FFF2-40B4-BE49-F238E27FC236}">
                <a16:creationId xmlns:a16="http://schemas.microsoft.com/office/drawing/2014/main" id="{6987EAD8-2743-47C3-99C3-990EA2F59433}"/>
              </a:ext>
            </a:extLst>
          </p:cNvPr>
          <p:cNvCxnSpPr>
            <a:stCxn xmlns:a="http://schemas.openxmlformats.org/drawingml/2006/main" id="21" idx="3"/>
            <a:endCxn xmlns:a="http://schemas.openxmlformats.org/drawingml/2006/main" id="31" idx="1"/>
          </p:cNvCxnSpPr>
          <p:nvPr/>
        </p:nvCxnSpPr>
        <p:spPr>
          <a:xfrm xmlns:a="http://schemas.openxmlformats.org/drawingml/2006/main">
            <a:off x="8753475" y="3000375"/>
            <a:ext cx="771525" cy="828675"/>
          </a:xfrm>
          <a:prstGeom xmlns:a="http://schemas.openxmlformats.org/drawingml/2006/main" prst="bentConnector3">
            <a:avLst>
              <a:gd name="adj1" fmla="val 50000"/>
            </a:avLst>
          </a:prstGeom>
          <a:ln xmlns:a="http://schemas.openxmlformats.org/drawingml/2006/main" w="19050">
            <a:solidFill>
              <a:srgbClr val="B64343"/>
            </a:solidFill>
            <a:prstDash val="solid"/>
            <a:headEnd type="triangle" w="sm" len="sm"/>
          </a:ln>
        </p:spPr>
      </p:cxnSp>
      <p:cxnSp>
        <p:nvCxnSpPr>
          <p:cNvPr id="41" name="">
            <a:extLst xmlns:a="http://schemas.openxmlformats.org/drawingml/2006/main">
              <a:ext uri="{FF2B5EF4-FFF2-40B4-BE49-F238E27FC236}">
                <a16:creationId xmlns:a16="http://schemas.microsoft.com/office/drawing/2014/main" id="{44F22927-4738-4E4E-B21A-1997EE65BF8E}"/>
              </a:ext>
            </a:extLst>
          </p:cNvPr>
          <p:cNvCxnSpPr>
            <a:stCxn xmlns:a="http://schemas.openxmlformats.org/drawingml/2006/main" id="21" idx="3"/>
            <a:endCxn xmlns:a="http://schemas.openxmlformats.org/drawingml/2006/main" id="28" idx="1"/>
          </p:cNvCxnSpPr>
          <p:nvPr/>
        </p:nvCxnSpPr>
        <p:spPr>
          <a:xfrm xmlns:a="http://schemas.openxmlformats.org/drawingml/2006/main" flipV="1">
            <a:off x="8753475" y="2886075"/>
            <a:ext cx="771525" cy="114300"/>
          </a:xfrm>
          <a:prstGeom xmlns:a="http://schemas.openxmlformats.org/drawingml/2006/main" prst="straightConnector1">
            <a:avLst/>
          </a:prstGeom>
          <a:ln xmlns:a="http://schemas.openxmlformats.org/drawingml/2006/main" w="19050">
            <a:solidFill>
              <a:srgbClr val="B64343"/>
            </a:solidFill>
            <a:prstDash val="solid"/>
            <a:headEnd type="triangle" w="sm" len="sm"/>
          </a:ln>
        </p:spPr>
      </p:cxnSp>
      <p:cxnSp>
        <p:nvCxnSpPr>
          <p:cNvPr id="40" name="">
            <a:extLst xmlns:a="http://schemas.openxmlformats.org/drawingml/2006/main">
              <a:ext uri="{FF2B5EF4-FFF2-40B4-BE49-F238E27FC236}">
                <a16:creationId xmlns:a16="http://schemas.microsoft.com/office/drawing/2014/main" id="{88ED9EE9-CFE6-41B9-9E7F-6ACA2A42F9AA}"/>
              </a:ext>
            </a:extLst>
          </p:cNvPr>
          <p:cNvCxnSpPr>
            <a:stCxn xmlns:a="http://schemas.openxmlformats.org/drawingml/2006/main" id="21" idx="3"/>
            <a:endCxn xmlns:a="http://schemas.openxmlformats.org/drawingml/2006/main" id="25" idx="1"/>
          </p:cNvCxnSpPr>
          <p:nvPr/>
        </p:nvCxnSpPr>
        <p:spPr>
          <a:xfrm xmlns:a="http://schemas.openxmlformats.org/drawingml/2006/main" flipV="1">
            <a:off x="8753475" y="1943100"/>
            <a:ext cx="771525" cy="1057275"/>
          </a:xfrm>
          <a:prstGeom xmlns:a="http://schemas.openxmlformats.org/drawingml/2006/main" prst="bentConnector3">
            <a:avLst>
              <a:gd name="adj1" fmla="val 50000"/>
            </a:avLst>
          </a:prstGeom>
          <a:ln xmlns:a="http://schemas.openxmlformats.org/drawingml/2006/main" w="19050">
            <a:solidFill>
              <a:srgbClr val="B64343"/>
            </a:solidFill>
            <a:prstDash val="solid"/>
            <a:headEnd type="triangle" w="sm" len="sm"/>
          </a:ln>
        </p:spPr>
      </p:cxnSp>
      <p:cxnSp>
        <p:nvCxnSpPr>
          <p:cNvPr id="39" name="">
            <a:extLst xmlns:a="http://schemas.openxmlformats.org/drawingml/2006/main">
              <a:ext uri="{FF2B5EF4-FFF2-40B4-BE49-F238E27FC236}">
                <a16:creationId xmlns:a16="http://schemas.microsoft.com/office/drawing/2014/main" id="{2A8C21C2-4960-4F61-BEB2-FA1AA6E4B4C6}"/>
              </a:ext>
            </a:extLst>
          </p:cNvPr>
          <p:cNvCxnSpPr>
            <a:stCxn xmlns:a="http://schemas.openxmlformats.org/drawingml/2006/main" id="17" idx="3"/>
            <a:endCxn xmlns:a="http://schemas.openxmlformats.org/drawingml/2006/main" id="21" idx="1"/>
          </p:cNvCxnSpPr>
          <p:nvPr/>
        </p:nvCxnSpPr>
        <p:spPr>
          <a:xfrm xmlns:a="http://schemas.openxmlformats.org/drawingml/2006/main" flipV="1">
            <a:off x="5867400" y="3000375"/>
            <a:ext cx="933450" cy="828675"/>
          </a:xfrm>
          <a:prstGeom xmlns:a="http://schemas.openxmlformats.org/drawingml/2006/main" prst="bentConnector3">
            <a:avLst>
              <a:gd name="adj1" fmla="val 50000"/>
            </a:avLst>
          </a:prstGeom>
          <a:ln xmlns:a="http://schemas.openxmlformats.org/drawingml/2006/main" w="19050">
            <a:solidFill>
              <a:srgbClr val="B64343"/>
            </a:solidFill>
            <a:prstDash val="solid"/>
            <a:headEnd type="triangle" w="sm" len="sm"/>
          </a:ln>
        </p:spPr>
      </p:cxnSp>
      <p:cxnSp>
        <p:nvCxnSpPr>
          <p:cNvPr id="38" name="">
            <a:extLst xmlns:a="http://schemas.openxmlformats.org/drawingml/2006/main">
              <a:ext uri="{FF2B5EF4-FFF2-40B4-BE49-F238E27FC236}">
                <a16:creationId xmlns:a16="http://schemas.microsoft.com/office/drawing/2014/main" id="{00591D11-07F7-45E7-8040-76E2CF8E3536}"/>
              </a:ext>
            </a:extLst>
          </p:cNvPr>
          <p:cNvCxnSpPr>
            <a:stCxn xmlns:a="http://schemas.openxmlformats.org/drawingml/2006/main" id="13" idx="3"/>
            <a:endCxn xmlns:a="http://schemas.openxmlformats.org/drawingml/2006/main" id="21" idx="1"/>
          </p:cNvCxnSpPr>
          <p:nvPr/>
        </p:nvCxnSpPr>
        <p:spPr>
          <a:xfrm xmlns:a="http://schemas.openxmlformats.org/drawingml/2006/main">
            <a:off x="5867400" y="2886075"/>
            <a:ext cx="933450" cy="114300"/>
          </a:xfrm>
          <a:prstGeom xmlns:a="http://schemas.openxmlformats.org/drawingml/2006/main" prst="straightConnector1">
            <a:avLst/>
          </a:prstGeom>
          <a:ln xmlns:a="http://schemas.openxmlformats.org/drawingml/2006/main" w="19050">
            <a:solidFill>
              <a:srgbClr val="B64343"/>
            </a:solidFill>
            <a:prstDash val="solid"/>
            <a:headEnd type="triangle" w="sm" len="sm"/>
          </a:ln>
        </p:spPr>
      </p:cxnSp>
      <p:cxnSp>
        <p:nvCxnSpPr>
          <p:cNvPr id="37" name="">
            <a:extLst xmlns:a="http://schemas.openxmlformats.org/drawingml/2006/main">
              <a:ext uri="{FF2B5EF4-FFF2-40B4-BE49-F238E27FC236}">
                <a16:creationId xmlns:a16="http://schemas.microsoft.com/office/drawing/2014/main" id="{5D9F0027-BADC-4E22-BEAF-CC6838EF8214}"/>
              </a:ext>
            </a:extLst>
          </p:cNvPr>
          <p:cNvCxnSpPr>
            <a:stCxn xmlns:a="http://schemas.openxmlformats.org/drawingml/2006/main" id="9" idx="3"/>
            <a:endCxn xmlns:a="http://schemas.openxmlformats.org/drawingml/2006/main" id="21" idx="1"/>
          </p:cNvCxnSpPr>
          <p:nvPr/>
        </p:nvCxnSpPr>
        <p:spPr>
          <a:xfrm xmlns:a="http://schemas.openxmlformats.org/drawingml/2006/main">
            <a:off x="5867400" y="1943100"/>
            <a:ext cx="933450" cy="1057275"/>
          </a:xfrm>
          <a:prstGeom xmlns:a="http://schemas.openxmlformats.org/drawingml/2006/main" prst="bentConnector3">
            <a:avLst>
              <a:gd name="adj1" fmla="val 50000"/>
            </a:avLst>
          </a:prstGeom>
          <a:ln xmlns:a="http://schemas.openxmlformats.org/drawingml/2006/main" w="19050">
            <a:solidFill>
              <a:srgbClr val="B64343"/>
            </a:solidFill>
            <a:prstDash val="solid"/>
            <a:headEnd type="triangle" w="sm" len="sm"/>
          </a:ln>
        </p:spPr>
      </p:cxnSp>
      <p:cxnSp>
        <p:nvCxnSpPr>
          <p:cNvPr id="36" name="">
            <a:extLst xmlns:a="http://schemas.openxmlformats.org/drawingml/2006/main">
              <a:ext uri="{FF2B5EF4-FFF2-40B4-BE49-F238E27FC236}">
                <a16:creationId xmlns:a16="http://schemas.microsoft.com/office/drawing/2014/main" id="{836B02EC-BB44-4154-B523-A35D5E42621A}"/>
              </a:ext>
            </a:extLst>
          </p:cNvPr>
          <p:cNvCxnSpPr>
            <a:stCxn xmlns:a="http://schemas.openxmlformats.org/drawingml/2006/main" id="5" idx="3"/>
            <a:endCxn xmlns:a="http://schemas.openxmlformats.org/drawingml/2006/main" id="17" idx="1"/>
          </p:cNvCxnSpPr>
          <p:nvPr/>
        </p:nvCxnSpPr>
        <p:spPr>
          <a:xfrm xmlns:a="http://schemas.openxmlformats.org/drawingml/2006/main">
            <a:off x="2876550" y="2695575"/>
            <a:ext cx="800100" cy="1133475"/>
          </a:xfrm>
          <a:prstGeom xmlns:a="http://schemas.openxmlformats.org/drawingml/2006/main" prst="bentConnector3">
            <a:avLst>
              <a:gd name="adj1" fmla="val 50000"/>
            </a:avLst>
          </a:prstGeom>
          <a:ln xmlns:a="http://schemas.openxmlformats.org/drawingml/2006/main" w="19050">
            <a:solidFill>
              <a:srgbClr val="078C8C"/>
            </a:solidFill>
            <a:prstDash val="solid"/>
            <a:headEnd type="triangle" w="sm" len="sm"/>
          </a:ln>
        </p:spPr>
      </p:cxnSp>
      <p:cxnSp>
        <p:nvCxnSpPr>
          <p:cNvPr id="35" name="">
            <a:extLst xmlns:a="http://schemas.openxmlformats.org/drawingml/2006/main">
              <a:ext uri="{FF2B5EF4-FFF2-40B4-BE49-F238E27FC236}">
                <a16:creationId xmlns:a16="http://schemas.microsoft.com/office/drawing/2014/main" id="{C49E06AB-20B0-466F-B209-541A9EF2CE3B}"/>
              </a:ext>
            </a:extLst>
          </p:cNvPr>
          <p:cNvCxnSpPr>
            <a:stCxn xmlns:a="http://schemas.openxmlformats.org/drawingml/2006/main" id="5" idx="3"/>
            <a:endCxn xmlns:a="http://schemas.openxmlformats.org/drawingml/2006/main" id="13" idx="1"/>
          </p:cNvCxnSpPr>
          <p:nvPr/>
        </p:nvCxnSpPr>
        <p:spPr>
          <a:xfrm xmlns:a="http://schemas.openxmlformats.org/drawingml/2006/main">
            <a:off x="2876550" y="2695575"/>
            <a:ext cx="800100" cy="190500"/>
          </a:xfrm>
          <a:prstGeom xmlns:a="http://schemas.openxmlformats.org/drawingml/2006/main" prst="straightConnector1">
            <a:avLst/>
          </a:prstGeom>
          <a:ln xmlns:a="http://schemas.openxmlformats.org/drawingml/2006/main" w="19050">
            <a:solidFill>
              <a:srgbClr val="078C8C"/>
            </a:solidFill>
            <a:prstDash val="solid"/>
            <a:headEnd type="triangle" w="sm" len="sm"/>
          </a:ln>
        </p:spPr>
      </p:cxnSp>
      <p:cxnSp>
        <p:nvCxnSpPr>
          <p:cNvPr id="34" name="">
            <a:extLst xmlns:a="http://schemas.openxmlformats.org/drawingml/2006/main">
              <a:ext uri="{FF2B5EF4-FFF2-40B4-BE49-F238E27FC236}">
                <a16:creationId xmlns:a16="http://schemas.microsoft.com/office/drawing/2014/main" id="{264ABB34-2CAE-4A1F-B230-84180FD08804}"/>
              </a:ext>
            </a:extLst>
          </p:cNvPr>
          <p:cNvCxnSpPr>
            <a:stCxn xmlns:a="http://schemas.openxmlformats.org/drawingml/2006/main" id="5" idx="3"/>
            <a:endCxn xmlns:a="http://schemas.openxmlformats.org/drawingml/2006/main" id="9" idx="1"/>
          </p:cNvCxnSpPr>
          <p:nvPr/>
        </p:nvCxnSpPr>
        <p:spPr>
          <a:xfrm xmlns:a="http://schemas.openxmlformats.org/drawingml/2006/main" flipV="1">
            <a:off x="2876550" y="1943100"/>
            <a:ext cx="800100" cy="752475"/>
          </a:xfrm>
          <a:prstGeom xmlns:a="http://schemas.openxmlformats.org/drawingml/2006/main" prst="bentConnector3">
            <a:avLst>
              <a:gd name="adj1" fmla="val 50000"/>
            </a:avLst>
          </a:prstGeom>
          <a:ln xmlns:a="http://schemas.openxmlformats.org/drawingml/2006/main" w="19050">
            <a:solidFill>
              <a:srgbClr val="078C8C"/>
            </a:solidFill>
            <a:prstDash val="solid"/>
            <a:headEnd type="triangle" w="sm" len="sm"/>
          </a:ln>
        </p:spPr>
      </p:cxnSp>
      <p:sp>
        <p:nvSpPr>
          <p:cNvPr id="52" name="slide-6-title">
            <a:extLst xmlns:a="http://schemas.openxmlformats.org/drawingml/2006/main">
              <a:ext uri="{FF2B5EF4-FFF2-40B4-BE49-F238E27FC236}">
                <a16:creationId xmlns:a16="http://schemas.microsoft.com/office/drawing/2014/main" id="{09BCA388-B8B6-464E-94C4-8FA3DD102F72}"/>
              </a:ext>
            </a:extLst>
          </p:cNvPr>
          <p:cNvSpPr>
            <a:spLocks xmlns:a="http://schemas.openxmlformats.org/drawingml/2006/main" noGrp="1"/>
          </p:cNvSpPr>
          <p:nvPr/>
        </p:nvSpPr>
        <p:spPr>
          <a:xfrm xmlns:a="http://schemas.openxmlformats.org/drawingml/2006/main">
            <a:off x="590550" y="3429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235"/>
                </a:solidFill>
                <a:latin typeface="Arial"/>
                <a:ea typeface="Arial"/>
                <a:cs typeface="Arial"/>
              </a:defRPr>
            </a:defPPr>
            <a:lvl1pPr algn="l">
              <a:defRPr sz="3300" b="1">
                <a:solidFill>
                  <a:srgbClr val="102235"/>
                </a:solidFill>
                <a:latin typeface="Arial"/>
                <a:ea typeface="Arial"/>
                <a:cs typeface="Arial"/>
              </a:defRPr>
            </a:lvl1pPr>
            <a:lvl2pPr algn="l">
              <a:defRPr sz="3300" b="1">
                <a:solidFill>
                  <a:srgbClr val="102235"/>
                </a:solidFill>
                <a:latin typeface="Arial"/>
                <a:ea typeface="Arial"/>
                <a:cs typeface="Arial"/>
              </a:defRPr>
            </a:lvl2pPr>
            <a:lvl3pPr algn="l">
              <a:defRPr sz="3300" b="1">
                <a:solidFill>
                  <a:srgbClr val="102235"/>
                </a:solidFill>
                <a:latin typeface="Arial"/>
                <a:ea typeface="Arial"/>
                <a:cs typeface="Arial"/>
              </a:defRPr>
            </a:lvl3pPr>
            <a:lvl4pPr algn="l">
              <a:defRPr sz="3300" b="1">
                <a:solidFill>
                  <a:srgbClr val="102235"/>
                </a:solidFill>
                <a:latin typeface="Arial"/>
                <a:ea typeface="Arial"/>
                <a:cs typeface="Arial"/>
              </a:defRPr>
            </a:lvl4pPr>
            <a:lvl5pPr algn="l">
              <a:defRPr sz="3300" b="1">
                <a:solidFill>
                  <a:srgbClr val="102235"/>
                </a:solidFill>
                <a:latin typeface="Arial"/>
                <a:ea typeface="Arial"/>
                <a:cs typeface="Arial"/>
              </a:defRPr>
            </a:lvl5pPr>
            <a:lvl6pPr algn="l">
              <a:defRPr sz="3300" b="1">
                <a:solidFill>
                  <a:srgbClr val="102235"/>
                </a:solidFill>
                <a:latin typeface="Arial"/>
                <a:ea typeface="Arial"/>
                <a:cs typeface="Arial"/>
              </a:defRPr>
            </a:lvl6pPr>
            <a:lvl7pPr algn="l">
              <a:defRPr sz="3300" b="1">
                <a:solidFill>
                  <a:srgbClr val="102235"/>
                </a:solidFill>
                <a:latin typeface="Arial"/>
                <a:ea typeface="Arial"/>
                <a:cs typeface="Arial"/>
              </a:defRPr>
            </a:lvl7pPr>
            <a:lvl8pPr algn="l">
              <a:defRPr sz="3300" b="1">
                <a:solidFill>
                  <a:srgbClr val="102235"/>
                </a:solidFill>
                <a:latin typeface="Arial"/>
                <a:ea typeface="Arial"/>
                <a:cs typeface="Arial"/>
              </a:defRPr>
            </a:lvl8pPr>
            <a:lvl9pPr algn="l">
              <a:defRPr sz="3300" b="1">
                <a:solidFill>
                  <a:srgbClr val="102235"/>
                </a:solidFill>
                <a:latin typeface="Arial"/>
                <a:ea typeface="Arial"/>
                <a:cs typeface="Arial"/>
              </a:defRPr>
            </a:lvl9pPr>
          </a:lstStyle>
          <a:p xmlns:a="http://schemas.openxmlformats.org/drawingml/2006/main">
            <a:pPr algn="l">
              <a:defRPr sz="3300" b="1">
                <a:solidFill>
                  <a:srgbClr val="102235"/>
                </a:solidFill>
                <a:latin typeface="Arial"/>
                <a:ea typeface="Arial"/>
                <a:cs typeface="Arial"/>
              </a:defRPr>
            </a:pPr>
            <a:r>
              <a:rPr sz="3300" b="1">
                <a:solidFill>
                  <a:srgbClr val="102235"/>
                </a:solidFill>
                <a:latin typeface="Arial"/>
                <a:ea typeface="Arial"/>
                <a:cs typeface="Arial"/>
              </a:rPr>
              <a:t>RabbitMQ: eventos y administración</a:t>
            </a:r>
          </a:p>
        </p:txBody>
      </p:sp>
      <p:sp>
        <p:nvSpPr>
          <p:cNvPr id="2" name="">
            <a:extLst xmlns:a="http://schemas.openxmlformats.org/drawingml/2006/main">
              <a:ext uri="{FF2B5EF4-FFF2-40B4-BE49-F238E27FC236}">
                <a16:creationId xmlns:a16="http://schemas.microsoft.com/office/drawing/2014/main" id="{44576451-13BA-4A69-90C3-8B50DBA1FC53}"/>
              </a:ext>
            </a:extLst>
          </p:cNvPr>
          <p:cNvSpPr>
            <a:spLocks xmlns:a="http://schemas.openxmlformats.org/drawingml/2006/main" noGrp="1"/>
          </p:cNvSpPr>
          <p:nvPr/>
        </p:nvSpPr>
        <p:spPr>
          <a:xfrm xmlns:a="http://schemas.openxmlformats.org/drawingml/2006/main">
            <a:off x="590550" y="1028700"/>
            <a:ext cx="800100" cy="47625"/>
          </a:xfrm>
          <a:prstGeom xmlns:a="http://schemas.openxmlformats.org/drawingml/2006/main" prst="rect">
            <a:avLst/>
          </a:prstGeom>
          <a:solidFill xmlns:a="http://schemas.openxmlformats.org/drawingml/2006/main">
            <a:srgbClr val="078C8C"/>
          </a:solidFill>
          <a:ln xmlns:a="http://schemas.openxmlformats.org/drawingml/2006/main" w="0">
            <a:solidFill>
              <a:srgbClr val="078C8C"/>
            </a:solidFill>
            <a:prstDash val="solid"/>
          </a:ln>
        </p:spPr>
      </p:sp>
      <p:sp>
        <p:nvSpPr>
          <p:cNvPr id="3" name="">
            <a:extLst xmlns:a="http://schemas.openxmlformats.org/drawingml/2006/main">
              <a:ext uri="{FF2B5EF4-FFF2-40B4-BE49-F238E27FC236}">
                <a16:creationId xmlns:a16="http://schemas.microsoft.com/office/drawing/2014/main" id="{46DE43E8-9B10-448C-85DC-6AC5501070C4}"/>
              </a:ext>
            </a:extLst>
          </p:cNvPr>
          <p:cNvSpPr>
            <a:spLocks xmlns:a="http://schemas.openxmlformats.org/drawingml/2006/main" noGrp="1"/>
          </p:cNvSpPr>
          <p:nvPr/>
        </p:nvSpPr>
        <p:spPr>
          <a:xfrm xmlns:a="http://schemas.openxmlformats.org/drawingml/2006/main">
            <a:off x="10715625" y="47625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879"/>
                </a:solidFill>
                <a:latin typeface="Arial"/>
                <a:ea typeface="Arial"/>
                <a:cs typeface="Arial"/>
              </a:defRPr>
            </a:defPPr>
            <a:lvl1pPr algn="r">
              <a:defRPr sz="1125" b="1">
                <a:solidFill>
                  <a:srgbClr val="526879"/>
                </a:solidFill>
                <a:latin typeface="Arial"/>
                <a:ea typeface="Arial"/>
                <a:cs typeface="Arial"/>
              </a:defRPr>
            </a:lvl1pPr>
            <a:lvl2pPr algn="r">
              <a:defRPr sz="1125" b="1">
                <a:solidFill>
                  <a:srgbClr val="526879"/>
                </a:solidFill>
                <a:latin typeface="Arial"/>
                <a:ea typeface="Arial"/>
                <a:cs typeface="Arial"/>
              </a:defRPr>
            </a:lvl2pPr>
            <a:lvl3pPr algn="r">
              <a:defRPr sz="1125" b="1">
                <a:solidFill>
                  <a:srgbClr val="526879"/>
                </a:solidFill>
                <a:latin typeface="Arial"/>
                <a:ea typeface="Arial"/>
                <a:cs typeface="Arial"/>
              </a:defRPr>
            </a:lvl3pPr>
            <a:lvl4pPr algn="r">
              <a:defRPr sz="1125" b="1">
                <a:solidFill>
                  <a:srgbClr val="526879"/>
                </a:solidFill>
                <a:latin typeface="Arial"/>
                <a:ea typeface="Arial"/>
                <a:cs typeface="Arial"/>
              </a:defRPr>
            </a:lvl4pPr>
            <a:lvl5pPr algn="r">
              <a:defRPr sz="1125" b="1">
                <a:solidFill>
                  <a:srgbClr val="526879"/>
                </a:solidFill>
                <a:latin typeface="Arial"/>
                <a:ea typeface="Arial"/>
                <a:cs typeface="Arial"/>
              </a:defRPr>
            </a:lvl5pPr>
            <a:lvl6pPr algn="r">
              <a:defRPr sz="1125" b="1">
                <a:solidFill>
                  <a:srgbClr val="526879"/>
                </a:solidFill>
                <a:latin typeface="Arial"/>
                <a:ea typeface="Arial"/>
                <a:cs typeface="Arial"/>
              </a:defRPr>
            </a:lvl6pPr>
            <a:lvl7pPr algn="r">
              <a:defRPr sz="1125" b="1">
                <a:solidFill>
                  <a:srgbClr val="526879"/>
                </a:solidFill>
                <a:latin typeface="Arial"/>
                <a:ea typeface="Arial"/>
                <a:cs typeface="Arial"/>
              </a:defRPr>
            </a:lvl7pPr>
            <a:lvl8pPr algn="r">
              <a:defRPr sz="1125" b="1">
                <a:solidFill>
                  <a:srgbClr val="526879"/>
                </a:solidFill>
                <a:latin typeface="Arial"/>
                <a:ea typeface="Arial"/>
                <a:cs typeface="Arial"/>
              </a:defRPr>
            </a:lvl8pPr>
            <a:lvl9pPr algn="r">
              <a:defRPr sz="1125" b="1">
                <a:solidFill>
                  <a:srgbClr val="526879"/>
                </a:solidFill>
                <a:latin typeface="Arial"/>
                <a:ea typeface="Arial"/>
                <a:cs typeface="Arial"/>
              </a:defRPr>
            </a:lvl9pPr>
          </a:lstStyle>
          <a:p xmlns:a="http://schemas.openxmlformats.org/drawingml/2006/main">
            <a:pPr algn="r">
              <a:defRPr sz="1125" b="1">
                <a:solidFill>
                  <a:srgbClr val="526879"/>
                </a:solidFill>
                <a:latin typeface="Arial"/>
                <a:ea typeface="Arial"/>
                <a:cs typeface="Arial"/>
              </a:defRPr>
            </a:pPr>
            <a:r>
              <a:rPr sz="1125" b="1">
                <a:solidFill>
                  <a:srgbClr val="526879"/>
                </a:solidFill>
                <a:latin typeface="Arial"/>
                <a:ea typeface="Arial"/>
                <a:cs typeface="Arial"/>
              </a:rPr>
              <a:t>06 / 08</a:t>
            </a:r>
          </a:p>
        </p:txBody>
      </p:sp>
      <p:sp>
        <p:nvSpPr>
          <p:cNvPr id="4" name="">
            <a:extLst xmlns:a="http://schemas.openxmlformats.org/drawingml/2006/main">
              <a:ext uri="{FF2B5EF4-FFF2-40B4-BE49-F238E27FC236}">
                <a16:creationId xmlns:a16="http://schemas.microsoft.com/office/drawing/2014/main" id="{4D46494C-0B67-4C94-9F8B-4E462176DA8C}"/>
              </a:ext>
            </a:extLst>
          </p:cNvPr>
          <p:cNvSpPr>
            <a:spLocks xmlns:a="http://schemas.openxmlformats.org/drawingml/2006/main" noGrp="1"/>
          </p:cNvSpPr>
          <p:nvPr/>
        </p:nvSpPr>
        <p:spPr>
          <a:xfrm xmlns:a="http://schemas.openxmlformats.org/drawingml/2006/main">
            <a:off x="685800" y="1304925"/>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02235"/>
                </a:solidFill>
                <a:latin typeface="Arial"/>
                <a:ea typeface="Arial"/>
                <a:cs typeface="Arial"/>
              </a:defRPr>
            </a:defPPr>
            <a:lvl1pPr algn="l">
              <a:defRPr sz="1875" b="1">
                <a:solidFill>
                  <a:srgbClr val="102235"/>
                </a:solidFill>
                <a:latin typeface="Arial"/>
                <a:ea typeface="Arial"/>
                <a:cs typeface="Arial"/>
              </a:defRPr>
            </a:lvl1pPr>
            <a:lvl2pPr algn="l">
              <a:defRPr sz="1875" b="1">
                <a:solidFill>
                  <a:srgbClr val="102235"/>
                </a:solidFill>
                <a:latin typeface="Arial"/>
                <a:ea typeface="Arial"/>
                <a:cs typeface="Arial"/>
              </a:defRPr>
            </a:lvl2pPr>
            <a:lvl3pPr algn="l">
              <a:defRPr sz="1875" b="1">
                <a:solidFill>
                  <a:srgbClr val="102235"/>
                </a:solidFill>
                <a:latin typeface="Arial"/>
                <a:ea typeface="Arial"/>
                <a:cs typeface="Arial"/>
              </a:defRPr>
            </a:lvl3pPr>
            <a:lvl4pPr algn="l">
              <a:defRPr sz="1875" b="1">
                <a:solidFill>
                  <a:srgbClr val="102235"/>
                </a:solidFill>
                <a:latin typeface="Arial"/>
                <a:ea typeface="Arial"/>
                <a:cs typeface="Arial"/>
              </a:defRPr>
            </a:lvl4pPr>
            <a:lvl5pPr algn="l">
              <a:defRPr sz="1875" b="1">
                <a:solidFill>
                  <a:srgbClr val="102235"/>
                </a:solidFill>
                <a:latin typeface="Arial"/>
                <a:ea typeface="Arial"/>
                <a:cs typeface="Arial"/>
              </a:defRPr>
            </a:lvl5pPr>
            <a:lvl6pPr algn="l">
              <a:defRPr sz="1875" b="1">
                <a:solidFill>
                  <a:srgbClr val="102235"/>
                </a:solidFill>
                <a:latin typeface="Arial"/>
                <a:ea typeface="Arial"/>
                <a:cs typeface="Arial"/>
              </a:defRPr>
            </a:lvl6pPr>
            <a:lvl7pPr algn="l">
              <a:defRPr sz="1875" b="1">
                <a:solidFill>
                  <a:srgbClr val="102235"/>
                </a:solidFill>
                <a:latin typeface="Arial"/>
                <a:ea typeface="Arial"/>
                <a:cs typeface="Arial"/>
              </a:defRPr>
            </a:lvl7pPr>
            <a:lvl8pPr algn="l">
              <a:defRPr sz="1875" b="1">
                <a:solidFill>
                  <a:srgbClr val="102235"/>
                </a:solidFill>
                <a:latin typeface="Arial"/>
                <a:ea typeface="Arial"/>
                <a:cs typeface="Arial"/>
              </a:defRPr>
            </a:lvl8pPr>
            <a:lvl9pPr algn="l">
              <a:defRPr sz="1875" b="1">
                <a:solidFill>
                  <a:srgbClr val="102235"/>
                </a:solidFill>
                <a:latin typeface="Arial"/>
                <a:ea typeface="Arial"/>
                <a:cs typeface="Arial"/>
              </a:defRPr>
            </a:lvl9pPr>
          </a:lstStyle>
          <a:p xmlns:a="http://schemas.openxmlformats.org/drawingml/2006/main">
            <a:pPr algn="l">
              <a:defRPr sz="1875" b="1">
                <a:solidFill>
                  <a:srgbClr val="102235"/>
                </a:solidFill>
                <a:latin typeface="Arial"/>
                <a:ea typeface="Arial"/>
                <a:cs typeface="Arial"/>
              </a:defRPr>
            </a:pPr>
            <a:r>
              <a:rPr sz="1875" b="1">
                <a:solidFill>
                  <a:srgbClr val="102235"/>
                </a:solidFill>
                <a:latin typeface="Arial"/>
                <a:ea typeface="Arial"/>
                <a:cs typeface="Arial"/>
              </a:rPr>
              <a:t>Clúster de 2 nodos en docker-compose</a:t>
            </a:r>
          </a:p>
        </p:txBody>
      </p:sp>
      <p:sp>
        <p:nvSpPr>
          <p:cNvPr id="5" name="">
            <a:extLst xmlns:a="http://schemas.openxmlformats.org/drawingml/2006/main">
              <a:ext uri="{FF2B5EF4-FFF2-40B4-BE49-F238E27FC236}">
                <a16:creationId xmlns:a16="http://schemas.microsoft.com/office/drawing/2014/main" id="{5674E050-F32B-49E3-AAF7-7937820B1B92}"/>
              </a:ext>
            </a:extLst>
          </p:cNvPr>
          <p:cNvSpPr>
            <a:spLocks xmlns:a="http://schemas.openxmlformats.org/drawingml/2006/main" noGrp="1"/>
          </p:cNvSpPr>
          <p:nvPr/>
        </p:nvSpPr>
        <p:spPr>
          <a:xfrm xmlns:a="http://schemas.openxmlformats.org/drawingml/2006/main">
            <a:off x="685800" y="2219325"/>
            <a:ext cx="2190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6" name="">
            <a:extLst xmlns:a="http://schemas.openxmlformats.org/drawingml/2006/main">
              <a:ext uri="{FF2B5EF4-FFF2-40B4-BE49-F238E27FC236}">
                <a16:creationId xmlns:a16="http://schemas.microsoft.com/office/drawing/2014/main" id="{D2E148C7-2A01-43CF-957A-036C08B0F734}"/>
              </a:ext>
            </a:extLst>
          </p:cNvPr>
          <p:cNvSpPr>
            <a:spLocks xmlns:a="http://schemas.openxmlformats.org/drawingml/2006/main" noGrp="1"/>
          </p:cNvSpPr>
          <p:nvPr/>
        </p:nvSpPr>
        <p:spPr>
          <a:xfrm xmlns:a="http://schemas.openxmlformats.org/drawingml/2006/main">
            <a:off x="685800" y="2219325"/>
            <a:ext cx="66675" cy="952500"/>
          </a:xfrm>
          <a:prstGeom xmlns:a="http://schemas.openxmlformats.org/drawingml/2006/main" prst="rect">
            <a:avLst/>
          </a:prstGeom>
          <a:solidFill xmlns:a="http://schemas.openxmlformats.org/drawingml/2006/main">
            <a:srgbClr val="078C8C"/>
          </a:solidFill>
          <a:ln xmlns:a="http://schemas.openxmlformats.org/drawingml/2006/main" w="0">
            <a:solidFill>
              <a:srgbClr val="078C8C"/>
            </a:solidFill>
            <a:prstDash val="solid"/>
          </a:ln>
        </p:spPr>
      </p:sp>
      <p:sp>
        <p:nvSpPr>
          <p:cNvPr id="7" name="">
            <a:extLst xmlns:a="http://schemas.openxmlformats.org/drawingml/2006/main">
              <a:ext uri="{FF2B5EF4-FFF2-40B4-BE49-F238E27FC236}">
                <a16:creationId xmlns:a16="http://schemas.microsoft.com/office/drawing/2014/main" id="{A4055054-D358-4AE2-AD4B-B9E5DD1C5720}"/>
              </a:ext>
            </a:extLst>
          </p:cNvPr>
          <p:cNvSpPr>
            <a:spLocks xmlns:a="http://schemas.openxmlformats.org/drawingml/2006/main" noGrp="1"/>
          </p:cNvSpPr>
          <p:nvPr/>
        </p:nvSpPr>
        <p:spPr>
          <a:xfrm xmlns:a="http://schemas.openxmlformats.org/drawingml/2006/main">
            <a:off x="857250" y="2305050"/>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02235"/>
                </a:solidFill>
                <a:latin typeface="Arial"/>
                <a:ea typeface="Arial"/>
                <a:cs typeface="Arial"/>
              </a:defRPr>
            </a:defPPr>
            <a:lvl1pPr algn="l">
              <a:defRPr sz="1725" b="1">
                <a:solidFill>
                  <a:srgbClr val="102235"/>
                </a:solidFill>
                <a:latin typeface="Arial"/>
                <a:ea typeface="Arial"/>
                <a:cs typeface="Arial"/>
              </a:defRPr>
            </a:lvl1pPr>
            <a:lvl2pPr algn="l">
              <a:defRPr sz="1725" b="1">
                <a:solidFill>
                  <a:srgbClr val="102235"/>
                </a:solidFill>
                <a:latin typeface="Arial"/>
                <a:ea typeface="Arial"/>
                <a:cs typeface="Arial"/>
              </a:defRPr>
            </a:lvl2pPr>
            <a:lvl3pPr algn="l">
              <a:defRPr sz="1725" b="1">
                <a:solidFill>
                  <a:srgbClr val="102235"/>
                </a:solidFill>
                <a:latin typeface="Arial"/>
                <a:ea typeface="Arial"/>
                <a:cs typeface="Arial"/>
              </a:defRPr>
            </a:lvl3pPr>
            <a:lvl4pPr algn="l">
              <a:defRPr sz="1725" b="1">
                <a:solidFill>
                  <a:srgbClr val="102235"/>
                </a:solidFill>
                <a:latin typeface="Arial"/>
                <a:ea typeface="Arial"/>
                <a:cs typeface="Arial"/>
              </a:defRPr>
            </a:lvl4pPr>
            <a:lvl5pPr algn="l">
              <a:defRPr sz="1725" b="1">
                <a:solidFill>
                  <a:srgbClr val="102235"/>
                </a:solidFill>
                <a:latin typeface="Arial"/>
                <a:ea typeface="Arial"/>
                <a:cs typeface="Arial"/>
              </a:defRPr>
            </a:lvl5pPr>
            <a:lvl6pPr algn="l">
              <a:defRPr sz="1725" b="1">
                <a:solidFill>
                  <a:srgbClr val="102235"/>
                </a:solidFill>
                <a:latin typeface="Arial"/>
                <a:ea typeface="Arial"/>
                <a:cs typeface="Arial"/>
              </a:defRPr>
            </a:lvl6pPr>
            <a:lvl7pPr algn="l">
              <a:defRPr sz="1725" b="1">
                <a:solidFill>
                  <a:srgbClr val="102235"/>
                </a:solidFill>
                <a:latin typeface="Arial"/>
                <a:ea typeface="Arial"/>
                <a:cs typeface="Arial"/>
              </a:defRPr>
            </a:lvl7pPr>
            <a:lvl8pPr algn="l">
              <a:defRPr sz="1725" b="1">
                <a:solidFill>
                  <a:srgbClr val="102235"/>
                </a:solidFill>
                <a:latin typeface="Arial"/>
                <a:ea typeface="Arial"/>
                <a:cs typeface="Arial"/>
              </a:defRPr>
            </a:lvl8pPr>
            <a:lvl9pPr algn="l">
              <a:defRPr sz="1725" b="1">
                <a:solidFill>
                  <a:srgbClr val="102235"/>
                </a:solidFill>
                <a:latin typeface="Arial"/>
                <a:ea typeface="Arial"/>
                <a:cs typeface="Arial"/>
              </a:defRPr>
            </a:lvl9pPr>
          </a:lstStyle>
          <a:p xmlns:a="http://schemas.openxmlformats.org/drawingml/2006/main">
            <a:pPr algn="l">
              <a:defRPr sz="1725" b="1">
                <a:solidFill>
                  <a:srgbClr val="102235"/>
                </a:solidFill>
                <a:latin typeface="Arial"/>
                <a:ea typeface="Arial"/>
                <a:cs typeface="Arial"/>
              </a:defRPr>
            </a:pPr>
            <a:r>
              <a:rPr sz="1725" b="1">
                <a:solidFill>
                  <a:srgbClr val="102235"/>
                </a:solidFill>
                <a:latin typeface="Arial"/>
                <a:ea typeface="Arial"/>
                <a:cs typeface="Arial"/>
              </a:rPr>
              <a:t>shopping.events</a:t>
            </a:r>
          </a:p>
        </p:txBody>
      </p:sp>
      <p:sp>
        <p:nvSpPr>
          <p:cNvPr id="8" name="">
            <a:extLst xmlns:a="http://schemas.openxmlformats.org/drawingml/2006/main">
              <a:ext uri="{FF2B5EF4-FFF2-40B4-BE49-F238E27FC236}">
                <a16:creationId xmlns:a16="http://schemas.microsoft.com/office/drawing/2014/main" id="{D776746E-2304-45FC-8EB7-E254F25153AB}"/>
              </a:ext>
            </a:extLst>
          </p:cNvPr>
          <p:cNvSpPr>
            <a:spLocks xmlns:a="http://schemas.openxmlformats.org/drawingml/2006/main" noGrp="1"/>
          </p:cNvSpPr>
          <p:nvPr/>
        </p:nvSpPr>
        <p:spPr>
          <a:xfrm xmlns:a="http://schemas.openxmlformats.org/drawingml/2006/main">
            <a:off x="857250" y="2619375"/>
            <a:ext cx="190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26879"/>
                </a:solidFill>
                <a:latin typeface="Arial"/>
                <a:ea typeface="Arial"/>
                <a:cs typeface="Arial"/>
              </a:defRPr>
            </a:defPPr>
            <a:lvl1pPr algn="l">
              <a:defRPr sz="1425" b="0">
                <a:solidFill>
                  <a:srgbClr val="526879"/>
                </a:solidFill>
                <a:latin typeface="Arial"/>
                <a:ea typeface="Arial"/>
                <a:cs typeface="Arial"/>
              </a:defRPr>
            </a:lvl1pPr>
            <a:lvl2pPr algn="l">
              <a:defRPr sz="1425" b="0">
                <a:solidFill>
                  <a:srgbClr val="526879"/>
                </a:solidFill>
                <a:latin typeface="Arial"/>
                <a:ea typeface="Arial"/>
                <a:cs typeface="Arial"/>
              </a:defRPr>
            </a:lvl2pPr>
            <a:lvl3pPr algn="l">
              <a:defRPr sz="1425" b="0">
                <a:solidFill>
                  <a:srgbClr val="526879"/>
                </a:solidFill>
                <a:latin typeface="Arial"/>
                <a:ea typeface="Arial"/>
                <a:cs typeface="Arial"/>
              </a:defRPr>
            </a:lvl3pPr>
            <a:lvl4pPr algn="l">
              <a:defRPr sz="1425" b="0">
                <a:solidFill>
                  <a:srgbClr val="526879"/>
                </a:solidFill>
                <a:latin typeface="Arial"/>
                <a:ea typeface="Arial"/>
                <a:cs typeface="Arial"/>
              </a:defRPr>
            </a:lvl4pPr>
            <a:lvl5pPr algn="l">
              <a:defRPr sz="1425" b="0">
                <a:solidFill>
                  <a:srgbClr val="526879"/>
                </a:solidFill>
                <a:latin typeface="Arial"/>
                <a:ea typeface="Arial"/>
                <a:cs typeface="Arial"/>
              </a:defRPr>
            </a:lvl5pPr>
            <a:lvl6pPr algn="l">
              <a:defRPr sz="1425" b="0">
                <a:solidFill>
                  <a:srgbClr val="526879"/>
                </a:solidFill>
                <a:latin typeface="Arial"/>
                <a:ea typeface="Arial"/>
                <a:cs typeface="Arial"/>
              </a:defRPr>
            </a:lvl6pPr>
            <a:lvl7pPr algn="l">
              <a:defRPr sz="1425" b="0">
                <a:solidFill>
                  <a:srgbClr val="526879"/>
                </a:solidFill>
                <a:latin typeface="Arial"/>
                <a:ea typeface="Arial"/>
                <a:cs typeface="Arial"/>
              </a:defRPr>
            </a:lvl7pPr>
            <a:lvl8pPr algn="l">
              <a:defRPr sz="1425" b="0">
                <a:solidFill>
                  <a:srgbClr val="526879"/>
                </a:solidFill>
                <a:latin typeface="Arial"/>
                <a:ea typeface="Arial"/>
                <a:cs typeface="Arial"/>
              </a:defRPr>
            </a:lvl8pPr>
            <a:lvl9pPr algn="l">
              <a:defRPr sz="1425" b="0">
                <a:solidFill>
                  <a:srgbClr val="526879"/>
                </a:solidFill>
                <a:latin typeface="Arial"/>
                <a:ea typeface="Arial"/>
                <a:cs typeface="Arial"/>
              </a:defRPr>
            </a:lvl9pPr>
          </a:lstStyle>
          <a:p xmlns:a="http://schemas.openxmlformats.org/drawingml/2006/main">
            <a:pPr algn="l">
              <a:defRPr sz="1425" b="0">
                <a:solidFill>
                  <a:srgbClr val="526879"/>
                </a:solidFill>
                <a:latin typeface="Arial"/>
                <a:ea typeface="Arial"/>
                <a:cs typeface="Arial"/>
              </a:defRPr>
            </a:pPr>
            <a:r>
              <a:rPr sz="1425" b="0">
                <a:solidFill>
                  <a:srgbClr val="526879"/>
                </a:solidFill>
                <a:latin typeface="Arial"/>
                <a:ea typeface="Arial"/>
                <a:cs typeface="Arial"/>
              </a:rPr>
              <a:t>Exchange topic</a:t>
            </a:r>
          </a:p>
        </p:txBody>
      </p:sp>
      <p:sp>
        <p:nvSpPr>
          <p:cNvPr id="9" name="">
            <a:extLst xmlns:a="http://schemas.openxmlformats.org/drawingml/2006/main">
              <a:ext uri="{FF2B5EF4-FFF2-40B4-BE49-F238E27FC236}">
                <a16:creationId xmlns:a16="http://schemas.microsoft.com/office/drawing/2014/main" id="{9CA19B17-13E4-4C2E-B5C0-16B72B4BACD1}"/>
              </a:ext>
            </a:extLst>
          </p:cNvPr>
          <p:cNvSpPr>
            <a:spLocks xmlns:a="http://schemas.openxmlformats.org/drawingml/2006/main" noGrp="1"/>
          </p:cNvSpPr>
          <p:nvPr/>
        </p:nvSpPr>
        <p:spPr>
          <a:xfrm xmlns:a="http://schemas.openxmlformats.org/drawingml/2006/main">
            <a:off x="3676650" y="1600200"/>
            <a:ext cx="219075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10" name="">
            <a:extLst xmlns:a="http://schemas.openxmlformats.org/drawingml/2006/main">
              <a:ext uri="{FF2B5EF4-FFF2-40B4-BE49-F238E27FC236}">
                <a16:creationId xmlns:a16="http://schemas.microsoft.com/office/drawing/2014/main" id="{8B96989B-C9F1-424D-A592-C0CAA38A6719}"/>
              </a:ext>
            </a:extLst>
          </p:cNvPr>
          <p:cNvSpPr>
            <a:spLocks xmlns:a="http://schemas.openxmlformats.org/drawingml/2006/main" noGrp="1"/>
          </p:cNvSpPr>
          <p:nvPr/>
        </p:nvSpPr>
        <p:spPr>
          <a:xfrm xmlns:a="http://schemas.openxmlformats.org/drawingml/2006/main">
            <a:off x="3676650" y="1600200"/>
            <a:ext cx="66675" cy="685800"/>
          </a:xfrm>
          <a:prstGeom xmlns:a="http://schemas.openxmlformats.org/drawingml/2006/main" prst="rect">
            <a:avLst/>
          </a:prstGeom>
          <a:solidFill xmlns:a="http://schemas.openxmlformats.org/drawingml/2006/main">
            <a:srgbClr val="2D67B2"/>
          </a:solidFill>
          <a:ln xmlns:a="http://schemas.openxmlformats.org/drawingml/2006/main" w="0">
            <a:solidFill>
              <a:srgbClr val="2D67B2"/>
            </a:solidFill>
            <a:prstDash val="solid"/>
          </a:ln>
        </p:spPr>
      </p:sp>
      <p:sp>
        <p:nvSpPr>
          <p:cNvPr id="11" name="">
            <a:extLst xmlns:a="http://schemas.openxmlformats.org/drawingml/2006/main">
              <a:ext uri="{FF2B5EF4-FFF2-40B4-BE49-F238E27FC236}">
                <a16:creationId xmlns:a16="http://schemas.microsoft.com/office/drawing/2014/main" id="{71E6EA5D-C7A6-45B2-958E-8D75E8B0B799}"/>
              </a:ext>
            </a:extLst>
          </p:cNvPr>
          <p:cNvSpPr>
            <a:spLocks xmlns:a="http://schemas.openxmlformats.org/drawingml/2006/main" noGrp="1"/>
          </p:cNvSpPr>
          <p:nvPr/>
        </p:nvSpPr>
        <p:spPr>
          <a:xfrm xmlns:a="http://schemas.openxmlformats.org/drawingml/2006/main">
            <a:off x="3848100" y="168592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02235"/>
                </a:solidFill>
                <a:latin typeface="Arial"/>
                <a:ea typeface="Arial"/>
                <a:cs typeface="Arial"/>
              </a:defRPr>
            </a:defPPr>
            <a:lvl1pPr algn="l">
              <a:defRPr sz="1500" b="1">
                <a:solidFill>
                  <a:srgbClr val="102235"/>
                </a:solidFill>
                <a:latin typeface="Arial"/>
                <a:ea typeface="Arial"/>
                <a:cs typeface="Arial"/>
              </a:defRPr>
            </a:lvl1pPr>
            <a:lvl2pPr algn="l">
              <a:defRPr sz="1500" b="1">
                <a:solidFill>
                  <a:srgbClr val="102235"/>
                </a:solidFill>
                <a:latin typeface="Arial"/>
                <a:ea typeface="Arial"/>
                <a:cs typeface="Arial"/>
              </a:defRPr>
            </a:lvl2pPr>
            <a:lvl3pPr algn="l">
              <a:defRPr sz="1500" b="1">
                <a:solidFill>
                  <a:srgbClr val="102235"/>
                </a:solidFill>
                <a:latin typeface="Arial"/>
                <a:ea typeface="Arial"/>
                <a:cs typeface="Arial"/>
              </a:defRPr>
            </a:lvl3pPr>
            <a:lvl4pPr algn="l">
              <a:defRPr sz="1500" b="1">
                <a:solidFill>
                  <a:srgbClr val="102235"/>
                </a:solidFill>
                <a:latin typeface="Arial"/>
                <a:ea typeface="Arial"/>
                <a:cs typeface="Arial"/>
              </a:defRPr>
            </a:lvl4pPr>
            <a:lvl5pPr algn="l">
              <a:defRPr sz="1500" b="1">
                <a:solidFill>
                  <a:srgbClr val="102235"/>
                </a:solidFill>
                <a:latin typeface="Arial"/>
                <a:ea typeface="Arial"/>
                <a:cs typeface="Arial"/>
              </a:defRPr>
            </a:lvl5pPr>
            <a:lvl6pPr algn="l">
              <a:defRPr sz="1500" b="1">
                <a:solidFill>
                  <a:srgbClr val="102235"/>
                </a:solidFill>
                <a:latin typeface="Arial"/>
                <a:ea typeface="Arial"/>
                <a:cs typeface="Arial"/>
              </a:defRPr>
            </a:lvl6pPr>
            <a:lvl7pPr algn="l">
              <a:defRPr sz="1500" b="1">
                <a:solidFill>
                  <a:srgbClr val="102235"/>
                </a:solidFill>
                <a:latin typeface="Arial"/>
                <a:ea typeface="Arial"/>
                <a:cs typeface="Arial"/>
              </a:defRPr>
            </a:lvl7pPr>
            <a:lvl8pPr algn="l">
              <a:defRPr sz="1500" b="1">
                <a:solidFill>
                  <a:srgbClr val="102235"/>
                </a:solidFill>
                <a:latin typeface="Arial"/>
                <a:ea typeface="Arial"/>
                <a:cs typeface="Arial"/>
              </a:defRPr>
            </a:lvl8pPr>
            <a:lvl9pPr algn="l">
              <a:defRPr sz="1500" b="1">
                <a:solidFill>
                  <a:srgbClr val="102235"/>
                </a:solidFill>
                <a:latin typeface="Arial"/>
                <a:ea typeface="Arial"/>
                <a:cs typeface="Arial"/>
              </a:defRPr>
            </a:lvl9pPr>
          </a:lstStyle>
          <a:p xmlns:a="http://schemas.openxmlformats.org/drawingml/2006/main">
            <a:pPr algn="l">
              <a:defRPr sz="1500" b="1">
                <a:solidFill>
                  <a:srgbClr val="102235"/>
                </a:solidFill>
                <a:latin typeface="Arial"/>
                <a:ea typeface="Arial"/>
                <a:cs typeface="Arial"/>
              </a:defRPr>
            </a:pPr>
            <a:r>
              <a:rPr sz="1500" b="1">
                <a:solidFill>
                  <a:srgbClr val="102235"/>
                </a:solidFill>
                <a:latin typeface="Arial"/>
                <a:ea typeface="Arial"/>
                <a:cs typeface="Arial"/>
              </a:rPr>
              <a:t>Cola de usuarios</a:t>
            </a:r>
          </a:p>
        </p:txBody>
      </p:sp>
      <p:sp>
        <p:nvSpPr>
          <p:cNvPr id="12" name="">
            <a:extLst xmlns:a="http://schemas.openxmlformats.org/drawingml/2006/main">
              <a:ext uri="{FF2B5EF4-FFF2-40B4-BE49-F238E27FC236}">
                <a16:creationId xmlns:a16="http://schemas.microsoft.com/office/drawing/2014/main" id="{5AEE9558-EC96-4DB6-8A76-249D99DD4B59}"/>
              </a:ext>
            </a:extLst>
          </p:cNvPr>
          <p:cNvSpPr>
            <a:spLocks xmlns:a="http://schemas.openxmlformats.org/drawingml/2006/main" noGrp="1"/>
          </p:cNvSpPr>
          <p:nvPr/>
        </p:nvSpPr>
        <p:spPr>
          <a:xfrm xmlns:a="http://schemas.openxmlformats.org/drawingml/2006/main">
            <a:off x="3848100" y="20002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526879"/>
                </a:solidFill>
                <a:latin typeface="Arial"/>
                <a:ea typeface="Arial"/>
                <a:cs typeface="Arial"/>
              </a:defRPr>
            </a:defPPr>
            <a:lvl1pPr algn="l">
              <a:defRPr sz="1200" b="0">
                <a:solidFill>
                  <a:srgbClr val="526879"/>
                </a:solidFill>
                <a:latin typeface="Arial"/>
                <a:ea typeface="Arial"/>
                <a:cs typeface="Arial"/>
              </a:defRPr>
            </a:lvl1pPr>
            <a:lvl2pPr algn="l">
              <a:defRPr sz="1200" b="0">
                <a:solidFill>
                  <a:srgbClr val="526879"/>
                </a:solidFill>
                <a:latin typeface="Arial"/>
                <a:ea typeface="Arial"/>
                <a:cs typeface="Arial"/>
              </a:defRPr>
            </a:lvl2pPr>
            <a:lvl3pPr algn="l">
              <a:defRPr sz="1200" b="0">
                <a:solidFill>
                  <a:srgbClr val="526879"/>
                </a:solidFill>
                <a:latin typeface="Arial"/>
                <a:ea typeface="Arial"/>
                <a:cs typeface="Arial"/>
              </a:defRPr>
            </a:lvl3pPr>
            <a:lvl4pPr algn="l">
              <a:defRPr sz="1200" b="0">
                <a:solidFill>
                  <a:srgbClr val="526879"/>
                </a:solidFill>
                <a:latin typeface="Arial"/>
                <a:ea typeface="Arial"/>
                <a:cs typeface="Arial"/>
              </a:defRPr>
            </a:lvl4pPr>
            <a:lvl5pPr algn="l">
              <a:defRPr sz="1200" b="0">
                <a:solidFill>
                  <a:srgbClr val="526879"/>
                </a:solidFill>
                <a:latin typeface="Arial"/>
                <a:ea typeface="Arial"/>
                <a:cs typeface="Arial"/>
              </a:defRPr>
            </a:lvl5pPr>
            <a:lvl6pPr algn="l">
              <a:defRPr sz="1200" b="0">
                <a:solidFill>
                  <a:srgbClr val="526879"/>
                </a:solidFill>
                <a:latin typeface="Arial"/>
                <a:ea typeface="Arial"/>
                <a:cs typeface="Arial"/>
              </a:defRPr>
            </a:lvl6pPr>
            <a:lvl7pPr algn="l">
              <a:defRPr sz="1200" b="0">
                <a:solidFill>
                  <a:srgbClr val="526879"/>
                </a:solidFill>
                <a:latin typeface="Arial"/>
                <a:ea typeface="Arial"/>
                <a:cs typeface="Arial"/>
              </a:defRPr>
            </a:lvl7pPr>
            <a:lvl8pPr algn="l">
              <a:defRPr sz="1200" b="0">
                <a:solidFill>
                  <a:srgbClr val="526879"/>
                </a:solidFill>
                <a:latin typeface="Arial"/>
                <a:ea typeface="Arial"/>
                <a:cs typeface="Arial"/>
              </a:defRPr>
            </a:lvl8pPr>
            <a:lvl9pPr algn="l">
              <a:defRPr sz="1200" b="0">
                <a:solidFill>
                  <a:srgbClr val="526879"/>
                </a:solidFill>
                <a:latin typeface="Arial"/>
                <a:ea typeface="Arial"/>
                <a:cs typeface="Arial"/>
              </a:defRPr>
            </a:lvl9pPr>
          </a:lstStyle>
          <a:p xmlns:a="http://schemas.openxmlformats.org/drawingml/2006/main">
            <a:pPr algn="l">
              <a:defRPr sz="1200" b="0">
                <a:solidFill>
                  <a:srgbClr val="526879"/>
                </a:solidFill>
                <a:latin typeface="Arial"/>
                <a:ea typeface="Arial"/>
                <a:cs typeface="Arial"/>
              </a:defRPr>
            </a:pPr>
            <a:r>
              <a:rPr sz="1200" b="0">
                <a:solidFill>
                  <a:srgbClr val="526879"/>
                </a:solidFill>
                <a:latin typeface="Arial"/>
                <a:ea typeface="Arial"/>
                <a:cs typeface="Arial"/>
              </a:rPr>
              <a:t>durable</a:t>
            </a:r>
          </a:p>
        </p:txBody>
      </p:sp>
      <p:sp>
        <p:nvSpPr>
          <p:cNvPr id="13" name="">
            <a:extLst xmlns:a="http://schemas.openxmlformats.org/drawingml/2006/main">
              <a:ext uri="{FF2B5EF4-FFF2-40B4-BE49-F238E27FC236}">
                <a16:creationId xmlns:a16="http://schemas.microsoft.com/office/drawing/2014/main" id="{AF267955-B3C5-4E5B-A67B-CB332ECD688A}"/>
              </a:ext>
            </a:extLst>
          </p:cNvPr>
          <p:cNvSpPr>
            <a:spLocks xmlns:a="http://schemas.openxmlformats.org/drawingml/2006/main" noGrp="1"/>
          </p:cNvSpPr>
          <p:nvPr/>
        </p:nvSpPr>
        <p:spPr>
          <a:xfrm xmlns:a="http://schemas.openxmlformats.org/drawingml/2006/main">
            <a:off x="3676650" y="2543175"/>
            <a:ext cx="219075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14" name="">
            <a:extLst xmlns:a="http://schemas.openxmlformats.org/drawingml/2006/main">
              <a:ext uri="{FF2B5EF4-FFF2-40B4-BE49-F238E27FC236}">
                <a16:creationId xmlns:a16="http://schemas.microsoft.com/office/drawing/2014/main" id="{C9E9E96C-7037-4DDD-9D9E-1FF64F38F3F3}"/>
              </a:ext>
            </a:extLst>
          </p:cNvPr>
          <p:cNvSpPr>
            <a:spLocks xmlns:a="http://schemas.openxmlformats.org/drawingml/2006/main" noGrp="1"/>
          </p:cNvSpPr>
          <p:nvPr/>
        </p:nvSpPr>
        <p:spPr>
          <a:xfrm xmlns:a="http://schemas.openxmlformats.org/drawingml/2006/main">
            <a:off x="3676650" y="2543175"/>
            <a:ext cx="66675" cy="685800"/>
          </a:xfrm>
          <a:prstGeom xmlns:a="http://schemas.openxmlformats.org/drawingml/2006/main" prst="rect">
            <a:avLst/>
          </a:prstGeom>
          <a:solidFill xmlns:a="http://schemas.openxmlformats.org/drawingml/2006/main">
            <a:srgbClr val="E79845"/>
          </a:solidFill>
          <a:ln xmlns:a="http://schemas.openxmlformats.org/drawingml/2006/main" w="0">
            <a:solidFill>
              <a:srgbClr val="E79845"/>
            </a:solidFill>
            <a:prstDash val="solid"/>
          </a:ln>
        </p:spPr>
      </p:sp>
      <p:sp>
        <p:nvSpPr>
          <p:cNvPr id="15" name="">
            <a:extLst xmlns:a="http://schemas.openxmlformats.org/drawingml/2006/main">
              <a:ext uri="{FF2B5EF4-FFF2-40B4-BE49-F238E27FC236}">
                <a16:creationId xmlns:a16="http://schemas.microsoft.com/office/drawing/2014/main" id="{68E04367-97BF-4BAF-BCB3-B1B34DFEDE0F}"/>
              </a:ext>
            </a:extLst>
          </p:cNvPr>
          <p:cNvSpPr>
            <a:spLocks xmlns:a="http://schemas.openxmlformats.org/drawingml/2006/main" noGrp="1"/>
          </p:cNvSpPr>
          <p:nvPr/>
        </p:nvSpPr>
        <p:spPr>
          <a:xfrm xmlns:a="http://schemas.openxmlformats.org/drawingml/2006/main">
            <a:off x="3848100" y="2628900"/>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02235"/>
                </a:solidFill>
                <a:latin typeface="Arial"/>
                <a:ea typeface="Arial"/>
                <a:cs typeface="Arial"/>
              </a:defRPr>
            </a:defPPr>
            <a:lvl1pPr algn="l">
              <a:defRPr sz="1500" b="1">
                <a:solidFill>
                  <a:srgbClr val="102235"/>
                </a:solidFill>
                <a:latin typeface="Arial"/>
                <a:ea typeface="Arial"/>
                <a:cs typeface="Arial"/>
              </a:defRPr>
            </a:lvl1pPr>
            <a:lvl2pPr algn="l">
              <a:defRPr sz="1500" b="1">
                <a:solidFill>
                  <a:srgbClr val="102235"/>
                </a:solidFill>
                <a:latin typeface="Arial"/>
                <a:ea typeface="Arial"/>
                <a:cs typeface="Arial"/>
              </a:defRPr>
            </a:lvl2pPr>
            <a:lvl3pPr algn="l">
              <a:defRPr sz="1500" b="1">
                <a:solidFill>
                  <a:srgbClr val="102235"/>
                </a:solidFill>
                <a:latin typeface="Arial"/>
                <a:ea typeface="Arial"/>
                <a:cs typeface="Arial"/>
              </a:defRPr>
            </a:lvl3pPr>
            <a:lvl4pPr algn="l">
              <a:defRPr sz="1500" b="1">
                <a:solidFill>
                  <a:srgbClr val="102235"/>
                </a:solidFill>
                <a:latin typeface="Arial"/>
                <a:ea typeface="Arial"/>
                <a:cs typeface="Arial"/>
              </a:defRPr>
            </a:lvl4pPr>
            <a:lvl5pPr algn="l">
              <a:defRPr sz="1500" b="1">
                <a:solidFill>
                  <a:srgbClr val="102235"/>
                </a:solidFill>
                <a:latin typeface="Arial"/>
                <a:ea typeface="Arial"/>
                <a:cs typeface="Arial"/>
              </a:defRPr>
            </a:lvl5pPr>
            <a:lvl6pPr algn="l">
              <a:defRPr sz="1500" b="1">
                <a:solidFill>
                  <a:srgbClr val="102235"/>
                </a:solidFill>
                <a:latin typeface="Arial"/>
                <a:ea typeface="Arial"/>
                <a:cs typeface="Arial"/>
              </a:defRPr>
            </a:lvl6pPr>
            <a:lvl7pPr algn="l">
              <a:defRPr sz="1500" b="1">
                <a:solidFill>
                  <a:srgbClr val="102235"/>
                </a:solidFill>
                <a:latin typeface="Arial"/>
                <a:ea typeface="Arial"/>
                <a:cs typeface="Arial"/>
              </a:defRPr>
            </a:lvl7pPr>
            <a:lvl8pPr algn="l">
              <a:defRPr sz="1500" b="1">
                <a:solidFill>
                  <a:srgbClr val="102235"/>
                </a:solidFill>
                <a:latin typeface="Arial"/>
                <a:ea typeface="Arial"/>
                <a:cs typeface="Arial"/>
              </a:defRPr>
            </a:lvl8pPr>
            <a:lvl9pPr algn="l">
              <a:defRPr sz="1500" b="1">
                <a:solidFill>
                  <a:srgbClr val="102235"/>
                </a:solidFill>
                <a:latin typeface="Arial"/>
                <a:ea typeface="Arial"/>
                <a:cs typeface="Arial"/>
              </a:defRPr>
            </a:lvl9pPr>
          </a:lstStyle>
          <a:p xmlns:a="http://schemas.openxmlformats.org/drawingml/2006/main">
            <a:pPr algn="l">
              <a:defRPr sz="1500" b="1">
                <a:solidFill>
                  <a:srgbClr val="102235"/>
                </a:solidFill>
                <a:latin typeface="Arial"/>
                <a:ea typeface="Arial"/>
                <a:cs typeface="Arial"/>
              </a:defRPr>
            </a:pPr>
            <a:r>
              <a:rPr sz="1500" b="1">
                <a:solidFill>
                  <a:srgbClr val="102235"/>
                </a:solidFill>
                <a:latin typeface="Arial"/>
                <a:ea typeface="Arial"/>
                <a:cs typeface="Arial"/>
              </a:rPr>
              <a:t>Cola de ítems</a:t>
            </a:r>
          </a:p>
        </p:txBody>
      </p:sp>
      <p:sp>
        <p:nvSpPr>
          <p:cNvPr id="16" name="">
            <a:extLst xmlns:a="http://schemas.openxmlformats.org/drawingml/2006/main">
              <a:ext uri="{FF2B5EF4-FFF2-40B4-BE49-F238E27FC236}">
                <a16:creationId xmlns:a16="http://schemas.microsoft.com/office/drawing/2014/main" id="{B103A47F-3E0B-46DD-9150-0E26C42921E8}"/>
              </a:ext>
            </a:extLst>
          </p:cNvPr>
          <p:cNvSpPr>
            <a:spLocks xmlns:a="http://schemas.openxmlformats.org/drawingml/2006/main" noGrp="1"/>
          </p:cNvSpPr>
          <p:nvPr/>
        </p:nvSpPr>
        <p:spPr>
          <a:xfrm xmlns:a="http://schemas.openxmlformats.org/drawingml/2006/main">
            <a:off x="3848100" y="294322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526879"/>
                </a:solidFill>
                <a:latin typeface="Arial"/>
                <a:ea typeface="Arial"/>
                <a:cs typeface="Arial"/>
              </a:defRPr>
            </a:defPPr>
            <a:lvl1pPr algn="l">
              <a:defRPr sz="1200" b="0">
                <a:solidFill>
                  <a:srgbClr val="526879"/>
                </a:solidFill>
                <a:latin typeface="Arial"/>
                <a:ea typeface="Arial"/>
                <a:cs typeface="Arial"/>
              </a:defRPr>
            </a:lvl1pPr>
            <a:lvl2pPr algn="l">
              <a:defRPr sz="1200" b="0">
                <a:solidFill>
                  <a:srgbClr val="526879"/>
                </a:solidFill>
                <a:latin typeface="Arial"/>
                <a:ea typeface="Arial"/>
                <a:cs typeface="Arial"/>
              </a:defRPr>
            </a:lvl2pPr>
            <a:lvl3pPr algn="l">
              <a:defRPr sz="1200" b="0">
                <a:solidFill>
                  <a:srgbClr val="526879"/>
                </a:solidFill>
                <a:latin typeface="Arial"/>
                <a:ea typeface="Arial"/>
                <a:cs typeface="Arial"/>
              </a:defRPr>
            </a:lvl3pPr>
            <a:lvl4pPr algn="l">
              <a:defRPr sz="1200" b="0">
                <a:solidFill>
                  <a:srgbClr val="526879"/>
                </a:solidFill>
                <a:latin typeface="Arial"/>
                <a:ea typeface="Arial"/>
                <a:cs typeface="Arial"/>
              </a:defRPr>
            </a:lvl4pPr>
            <a:lvl5pPr algn="l">
              <a:defRPr sz="1200" b="0">
                <a:solidFill>
                  <a:srgbClr val="526879"/>
                </a:solidFill>
                <a:latin typeface="Arial"/>
                <a:ea typeface="Arial"/>
                <a:cs typeface="Arial"/>
              </a:defRPr>
            </a:lvl5pPr>
            <a:lvl6pPr algn="l">
              <a:defRPr sz="1200" b="0">
                <a:solidFill>
                  <a:srgbClr val="526879"/>
                </a:solidFill>
                <a:latin typeface="Arial"/>
                <a:ea typeface="Arial"/>
                <a:cs typeface="Arial"/>
              </a:defRPr>
            </a:lvl6pPr>
            <a:lvl7pPr algn="l">
              <a:defRPr sz="1200" b="0">
                <a:solidFill>
                  <a:srgbClr val="526879"/>
                </a:solidFill>
                <a:latin typeface="Arial"/>
                <a:ea typeface="Arial"/>
                <a:cs typeface="Arial"/>
              </a:defRPr>
            </a:lvl7pPr>
            <a:lvl8pPr algn="l">
              <a:defRPr sz="1200" b="0">
                <a:solidFill>
                  <a:srgbClr val="526879"/>
                </a:solidFill>
                <a:latin typeface="Arial"/>
                <a:ea typeface="Arial"/>
                <a:cs typeface="Arial"/>
              </a:defRPr>
            </a:lvl8pPr>
            <a:lvl9pPr algn="l">
              <a:defRPr sz="1200" b="0">
                <a:solidFill>
                  <a:srgbClr val="526879"/>
                </a:solidFill>
                <a:latin typeface="Arial"/>
                <a:ea typeface="Arial"/>
                <a:cs typeface="Arial"/>
              </a:defRPr>
            </a:lvl9pPr>
          </a:lstStyle>
          <a:p xmlns:a="http://schemas.openxmlformats.org/drawingml/2006/main">
            <a:pPr algn="l">
              <a:defRPr sz="1200" b="0">
                <a:solidFill>
                  <a:srgbClr val="526879"/>
                </a:solidFill>
                <a:latin typeface="Arial"/>
                <a:ea typeface="Arial"/>
                <a:cs typeface="Arial"/>
              </a:defRPr>
            </a:pPr>
            <a:r>
              <a:rPr sz="1200" b="0">
                <a:solidFill>
                  <a:srgbClr val="526879"/>
                </a:solidFill>
                <a:latin typeface="Arial"/>
                <a:ea typeface="Arial"/>
                <a:cs typeface="Arial"/>
              </a:rPr>
              <a:t>durable</a:t>
            </a:r>
          </a:p>
        </p:txBody>
      </p:sp>
      <p:sp>
        <p:nvSpPr>
          <p:cNvPr id="17" name="">
            <a:extLst xmlns:a="http://schemas.openxmlformats.org/drawingml/2006/main">
              <a:ext uri="{FF2B5EF4-FFF2-40B4-BE49-F238E27FC236}">
                <a16:creationId xmlns:a16="http://schemas.microsoft.com/office/drawing/2014/main" id="{4CB26DAA-D6AE-4F66-9D3D-2B52A09BE9E3}"/>
              </a:ext>
            </a:extLst>
          </p:cNvPr>
          <p:cNvSpPr>
            <a:spLocks xmlns:a="http://schemas.openxmlformats.org/drawingml/2006/main" noGrp="1"/>
          </p:cNvSpPr>
          <p:nvPr/>
        </p:nvSpPr>
        <p:spPr>
          <a:xfrm xmlns:a="http://schemas.openxmlformats.org/drawingml/2006/main">
            <a:off x="3676650" y="3486150"/>
            <a:ext cx="219075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18" name="">
            <a:extLst xmlns:a="http://schemas.openxmlformats.org/drawingml/2006/main">
              <a:ext uri="{FF2B5EF4-FFF2-40B4-BE49-F238E27FC236}">
                <a16:creationId xmlns:a16="http://schemas.microsoft.com/office/drawing/2014/main" id="{43B7CC84-0D74-4A3D-AD92-16FD023887FE}"/>
              </a:ext>
            </a:extLst>
          </p:cNvPr>
          <p:cNvSpPr>
            <a:spLocks xmlns:a="http://schemas.openxmlformats.org/drawingml/2006/main" noGrp="1"/>
          </p:cNvSpPr>
          <p:nvPr/>
        </p:nvSpPr>
        <p:spPr>
          <a:xfrm xmlns:a="http://schemas.openxmlformats.org/drawingml/2006/main">
            <a:off x="3676650" y="3486150"/>
            <a:ext cx="66675" cy="685800"/>
          </a:xfrm>
          <a:prstGeom xmlns:a="http://schemas.openxmlformats.org/drawingml/2006/main" prst="rect">
            <a:avLst/>
          </a:prstGeom>
          <a:solidFill xmlns:a="http://schemas.openxmlformats.org/drawingml/2006/main">
            <a:srgbClr val="102235"/>
          </a:solidFill>
          <a:ln xmlns:a="http://schemas.openxmlformats.org/drawingml/2006/main" w="0">
            <a:solidFill>
              <a:srgbClr val="102235"/>
            </a:solidFill>
            <a:prstDash val="solid"/>
          </a:ln>
        </p:spPr>
      </p:sp>
      <p:sp>
        <p:nvSpPr>
          <p:cNvPr id="19" name="">
            <a:extLst xmlns:a="http://schemas.openxmlformats.org/drawingml/2006/main">
              <a:ext uri="{FF2B5EF4-FFF2-40B4-BE49-F238E27FC236}">
                <a16:creationId xmlns:a16="http://schemas.microsoft.com/office/drawing/2014/main" id="{F6DFCD2D-6C50-451B-B3F0-3D8EF855DBAC}"/>
              </a:ext>
            </a:extLst>
          </p:cNvPr>
          <p:cNvSpPr>
            <a:spLocks xmlns:a="http://schemas.openxmlformats.org/drawingml/2006/main" noGrp="1"/>
          </p:cNvSpPr>
          <p:nvPr/>
        </p:nvSpPr>
        <p:spPr>
          <a:xfrm xmlns:a="http://schemas.openxmlformats.org/drawingml/2006/main">
            <a:off x="3848100" y="357187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02235"/>
                </a:solidFill>
                <a:latin typeface="Arial"/>
                <a:ea typeface="Arial"/>
                <a:cs typeface="Arial"/>
              </a:defRPr>
            </a:defPPr>
            <a:lvl1pPr algn="l">
              <a:defRPr sz="1500" b="1">
                <a:solidFill>
                  <a:srgbClr val="102235"/>
                </a:solidFill>
                <a:latin typeface="Arial"/>
                <a:ea typeface="Arial"/>
                <a:cs typeface="Arial"/>
              </a:defRPr>
            </a:lvl1pPr>
            <a:lvl2pPr algn="l">
              <a:defRPr sz="1500" b="1">
                <a:solidFill>
                  <a:srgbClr val="102235"/>
                </a:solidFill>
                <a:latin typeface="Arial"/>
                <a:ea typeface="Arial"/>
                <a:cs typeface="Arial"/>
              </a:defRPr>
            </a:lvl2pPr>
            <a:lvl3pPr algn="l">
              <a:defRPr sz="1500" b="1">
                <a:solidFill>
                  <a:srgbClr val="102235"/>
                </a:solidFill>
                <a:latin typeface="Arial"/>
                <a:ea typeface="Arial"/>
                <a:cs typeface="Arial"/>
              </a:defRPr>
            </a:lvl3pPr>
            <a:lvl4pPr algn="l">
              <a:defRPr sz="1500" b="1">
                <a:solidFill>
                  <a:srgbClr val="102235"/>
                </a:solidFill>
                <a:latin typeface="Arial"/>
                <a:ea typeface="Arial"/>
                <a:cs typeface="Arial"/>
              </a:defRPr>
            </a:lvl4pPr>
            <a:lvl5pPr algn="l">
              <a:defRPr sz="1500" b="1">
                <a:solidFill>
                  <a:srgbClr val="102235"/>
                </a:solidFill>
                <a:latin typeface="Arial"/>
                <a:ea typeface="Arial"/>
                <a:cs typeface="Arial"/>
              </a:defRPr>
            </a:lvl5pPr>
            <a:lvl6pPr algn="l">
              <a:defRPr sz="1500" b="1">
                <a:solidFill>
                  <a:srgbClr val="102235"/>
                </a:solidFill>
                <a:latin typeface="Arial"/>
                <a:ea typeface="Arial"/>
                <a:cs typeface="Arial"/>
              </a:defRPr>
            </a:lvl6pPr>
            <a:lvl7pPr algn="l">
              <a:defRPr sz="1500" b="1">
                <a:solidFill>
                  <a:srgbClr val="102235"/>
                </a:solidFill>
                <a:latin typeface="Arial"/>
                <a:ea typeface="Arial"/>
                <a:cs typeface="Arial"/>
              </a:defRPr>
            </a:lvl7pPr>
            <a:lvl8pPr algn="l">
              <a:defRPr sz="1500" b="1">
                <a:solidFill>
                  <a:srgbClr val="102235"/>
                </a:solidFill>
                <a:latin typeface="Arial"/>
                <a:ea typeface="Arial"/>
                <a:cs typeface="Arial"/>
              </a:defRPr>
            </a:lvl8pPr>
            <a:lvl9pPr algn="l">
              <a:defRPr sz="1500" b="1">
                <a:solidFill>
                  <a:srgbClr val="102235"/>
                </a:solidFill>
                <a:latin typeface="Arial"/>
                <a:ea typeface="Arial"/>
                <a:cs typeface="Arial"/>
              </a:defRPr>
            </a:lvl9pPr>
          </a:lstStyle>
          <a:p xmlns:a="http://schemas.openxmlformats.org/drawingml/2006/main">
            <a:pPr algn="l">
              <a:defRPr sz="1500" b="1">
                <a:solidFill>
                  <a:srgbClr val="102235"/>
                </a:solidFill>
                <a:latin typeface="Arial"/>
                <a:ea typeface="Arial"/>
                <a:cs typeface="Arial"/>
              </a:defRPr>
            </a:pPr>
            <a:r>
              <a:rPr sz="1500" b="1">
                <a:solidFill>
                  <a:srgbClr val="102235"/>
                </a:solidFill>
                <a:latin typeface="Arial"/>
                <a:ea typeface="Arial"/>
                <a:cs typeface="Arial"/>
              </a:rPr>
              <a:t>Cola de categorías</a:t>
            </a:r>
          </a:p>
        </p:txBody>
      </p:sp>
      <p:sp>
        <p:nvSpPr>
          <p:cNvPr id="20" name="">
            <a:extLst xmlns:a="http://schemas.openxmlformats.org/drawingml/2006/main">
              <a:ext uri="{FF2B5EF4-FFF2-40B4-BE49-F238E27FC236}">
                <a16:creationId xmlns:a16="http://schemas.microsoft.com/office/drawing/2014/main" id="{00D9231D-2BBF-4FB9-9C43-F81F61FF390F}"/>
              </a:ext>
            </a:extLst>
          </p:cNvPr>
          <p:cNvSpPr>
            <a:spLocks xmlns:a="http://schemas.openxmlformats.org/drawingml/2006/main" noGrp="1"/>
          </p:cNvSpPr>
          <p:nvPr/>
        </p:nvSpPr>
        <p:spPr>
          <a:xfrm xmlns:a="http://schemas.openxmlformats.org/drawingml/2006/main">
            <a:off x="3848100" y="38862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526879"/>
                </a:solidFill>
                <a:latin typeface="Arial"/>
                <a:ea typeface="Arial"/>
                <a:cs typeface="Arial"/>
              </a:defRPr>
            </a:defPPr>
            <a:lvl1pPr algn="l">
              <a:defRPr sz="1200" b="0">
                <a:solidFill>
                  <a:srgbClr val="526879"/>
                </a:solidFill>
                <a:latin typeface="Arial"/>
                <a:ea typeface="Arial"/>
                <a:cs typeface="Arial"/>
              </a:defRPr>
            </a:lvl1pPr>
            <a:lvl2pPr algn="l">
              <a:defRPr sz="1200" b="0">
                <a:solidFill>
                  <a:srgbClr val="526879"/>
                </a:solidFill>
                <a:latin typeface="Arial"/>
                <a:ea typeface="Arial"/>
                <a:cs typeface="Arial"/>
              </a:defRPr>
            </a:lvl2pPr>
            <a:lvl3pPr algn="l">
              <a:defRPr sz="1200" b="0">
                <a:solidFill>
                  <a:srgbClr val="526879"/>
                </a:solidFill>
                <a:latin typeface="Arial"/>
                <a:ea typeface="Arial"/>
                <a:cs typeface="Arial"/>
              </a:defRPr>
            </a:lvl3pPr>
            <a:lvl4pPr algn="l">
              <a:defRPr sz="1200" b="0">
                <a:solidFill>
                  <a:srgbClr val="526879"/>
                </a:solidFill>
                <a:latin typeface="Arial"/>
                <a:ea typeface="Arial"/>
                <a:cs typeface="Arial"/>
              </a:defRPr>
            </a:lvl4pPr>
            <a:lvl5pPr algn="l">
              <a:defRPr sz="1200" b="0">
                <a:solidFill>
                  <a:srgbClr val="526879"/>
                </a:solidFill>
                <a:latin typeface="Arial"/>
                <a:ea typeface="Arial"/>
                <a:cs typeface="Arial"/>
              </a:defRPr>
            </a:lvl5pPr>
            <a:lvl6pPr algn="l">
              <a:defRPr sz="1200" b="0">
                <a:solidFill>
                  <a:srgbClr val="526879"/>
                </a:solidFill>
                <a:latin typeface="Arial"/>
                <a:ea typeface="Arial"/>
                <a:cs typeface="Arial"/>
              </a:defRPr>
            </a:lvl6pPr>
            <a:lvl7pPr algn="l">
              <a:defRPr sz="1200" b="0">
                <a:solidFill>
                  <a:srgbClr val="526879"/>
                </a:solidFill>
                <a:latin typeface="Arial"/>
                <a:ea typeface="Arial"/>
                <a:cs typeface="Arial"/>
              </a:defRPr>
            </a:lvl7pPr>
            <a:lvl8pPr algn="l">
              <a:defRPr sz="1200" b="0">
                <a:solidFill>
                  <a:srgbClr val="526879"/>
                </a:solidFill>
                <a:latin typeface="Arial"/>
                <a:ea typeface="Arial"/>
                <a:cs typeface="Arial"/>
              </a:defRPr>
            </a:lvl8pPr>
            <a:lvl9pPr algn="l">
              <a:defRPr sz="1200" b="0">
                <a:solidFill>
                  <a:srgbClr val="526879"/>
                </a:solidFill>
                <a:latin typeface="Arial"/>
                <a:ea typeface="Arial"/>
                <a:cs typeface="Arial"/>
              </a:defRPr>
            </a:lvl9pPr>
          </a:lstStyle>
          <a:p xmlns:a="http://schemas.openxmlformats.org/drawingml/2006/main">
            <a:pPr algn="l">
              <a:defRPr sz="1200" b="0">
                <a:solidFill>
                  <a:srgbClr val="526879"/>
                </a:solidFill>
                <a:latin typeface="Arial"/>
                <a:ea typeface="Arial"/>
                <a:cs typeface="Arial"/>
              </a:defRPr>
            </a:pPr>
            <a:r>
              <a:rPr sz="1200" b="0">
                <a:solidFill>
                  <a:srgbClr val="526879"/>
                </a:solidFill>
                <a:latin typeface="Arial"/>
                <a:ea typeface="Arial"/>
                <a:cs typeface="Arial"/>
              </a:rPr>
              <a:t>durable</a:t>
            </a:r>
          </a:p>
        </p:txBody>
      </p:sp>
      <p:sp>
        <p:nvSpPr>
          <p:cNvPr id="21" name="">
            <a:extLst xmlns:a="http://schemas.openxmlformats.org/drawingml/2006/main">
              <a:ext uri="{FF2B5EF4-FFF2-40B4-BE49-F238E27FC236}">
                <a16:creationId xmlns:a16="http://schemas.microsoft.com/office/drawing/2014/main" id="{793B27D2-2460-4A84-8B8E-0BC4AE7AFEAC}"/>
              </a:ext>
            </a:extLst>
          </p:cNvPr>
          <p:cNvSpPr>
            <a:spLocks xmlns:a="http://schemas.openxmlformats.org/drawingml/2006/main" noGrp="1"/>
          </p:cNvSpPr>
          <p:nvPr/>
        </p:nvSpPr>
        <p:spPr>
          <a:xfrm xmlns:a="http://schemas.openxmlformats.org/drawingml/2006/main">
            <a:off x="6800850" y="2524125"/>
            <a:ext cx="19526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22" name="">
            <a:extLst xmlns:a="http://schemas.openxmlformats.org/drawingml/2006/main">
              <a:ext uri="{FF2B5EF4-FFF2-40B4-BE49-F238E27FC236}">
                <a16:creationId xmlns:a16="http://schemas.microsoft.com/office/drawing/2014/main" id="{8AD8A08D-0003-404D-A48A-488FD4DDB1BD}"/>
              </a:ext>
            </a:extLst>
          </p:cNvPr>
          <p:cNvSpPr>
            <a:spLocks xmlns:a="http://schemas.openxmlformats.org/drawingml/2006/main" noGrp="1"/>
          </p:cNvSpPr>
          <p:nvPr/>
        </p:nvSpPr>
        <p:spPr>
          <a:xfrm xmlns:a="http://schemas.openxmlformats.org/drawingml/2006/main">
            <a:off x="6800850" y="2524125"/>
            <a:ext cx="66675" cy="952500"/>
          </a:xfrm>
          <a:prstGeom xmlns:a="http://schemas.openxmlformats.org/drawingml/2006/main" prst="rect">
            <a:avLst/>
          </a:prstGeom>
          <a:solidFill xmlns:a="http://schemas.openxmlformats.org/drawingml/2006/main">
            <a:srgbClr val="B64343"/>
          </a:solidFill>
          <a:ln xmlns:a="http://schemas.openxmlformats.org/drawingml/2006/main" w="0">
            <a:solidFill>
              <a:srgbClr val="B64343"/>
            </a:solidFill>
            <a:prstDash val="solid"/>
          </a:ln>
        </p:spPr>
      </p:sp>
      <p:sp>
        <p:nvSpPr>
          <p:cNvPr id="23" name="">
            <a:extLst xmlns:a="http://schemas.openxmlformats.org/drawingml/2006/main">
              <a:ext uri="{FF2B5EF4-FFF2-40B4-BE49-F238E27FC236}">
                <a16:creationId xmlns:a16="http://schemas.microsoft.com/office/drawing/2014/main" id="{967244C3-73E2-42A4-AE89-5511E30759F6}"/>
              </a:ext>
            </a:extLst>
          </p:cNvPr>
          <p:cNvSpPr>
            <a:spLocks xmlns:a="http://schemas.openxmlformats.org/drawingml/2006/main" noGrp="1"/>
          </p:cNvSpPr>
          <p:nvPr/>
        </p:nvSpPr>
        <p:spPr>
          <a:xfrm xmlns:a="http://schemas.openxmlformats.org/drawingml/2006/main">
            <a:off x="6972300" y="2609850"/>
            <a:ext cx="1666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02235"/>
                </a:solidFill>
                <a:latin typeface="Arial"/>
                <a:ea typeface="Arial"/>
                <a:cs typeface="Arial"/>
              </a:defRPr>
            </a:defPPr>
            <a:lvl1pPr algn="l">
              <a:defRPr sz="1650" b="1">
                <a:solidFill>
                  <a:srgbClr val="102235"/>
                </a:solidFill>
                <a:latin typeface="Arial"/>
                <a:ea typeface="Arial"/>
                <a:cs typeface="Arial"/>
              </a:defRPr>
            </a:lvl1pPr>
            <a:lvl2pPr algn="l">
              <a:defRPr sz="1650" b="1">
                <a:solidFill>
                  <a:srgbClr val="102235"/>
                </a:solidFill>
                <a:latin typeface="Arial"/>
                <a:ea typeface="Arial"/>
                <a:cs typeface="Arial"/>
              </a:defRPr>
            </a:lvl2pPr>
            <a:lvl3pPr algn="l">
              <a:defRPr sz="1650" b="1">
                <a:solidFill>
                  <a:srgbClr val="102235"/>
                </a:solidFill>
                <a:latin typeface="Arial"/>
                <a:ea typeface="Arial"/>
                <a:cs typeface="Arial"/>
              </a:defRPr>
            </a:lvl3pPr>
            <a:lvl4pPr algn="l">
              <a:defRPr sz="1650" b="1">
                <a:solidFill>
                  <a:srgbClr val="102235"/>
                </a:solidFill>
                <a:latin typeface="Arial"/>
                <a:ea typeface="Arial"/>
                <a:cs typeface="Arial"/>
              </a:defRPr>
            </a:lvl4pPr>
            <a:lvl5pPr algn="l">
              <a:defRPr sz="1650" b="1">
                <a:solidFill>
                  <a:srgbClr val="102235"/>
                </a:solidFill>
                <a:latin typeface="Arial"/>
                <a:ea typeface="Arial"/>
                <a:cs typeface="Arial"/>
              </a:defRPr>
            </a:lvl5pPr>
            <a:lvl6pPr algn="l">
              <a:defRPr sz="1650" b="1">
                <a:solidFill>
                  <a:srgbClr val="102235"/>
                </a:solidFill>
                <a:latin typeface="Arial"/>
                <a:ea typeface="Arial"/>
                <a:cs typeface="Arial"/>
              </a:defRPr>
            </a:lvl6pPr>
            <a:lvl7pPr algn="l">
              <a:defRPr sz="1650" b="1">
                <a:solidFill>
                  <a:srgbClr val="102235"/>
                </a:solidFill>
                <a:latin typeface="Arial"/>
                <a:ea typeface="Arial"/>
                <a:cs typeface="Arial"/>
              </a:defRPr>
            </a:lvl7pPr>
            <a:lvl8pPr algn="l">
              <a:defRPr sz="1650" b="1">
                <a:solidFill>
                  <a:srgbClr val="102235"/>
                </a:solidFill>
                <a:latin typeface="Arial"/>
                <a:ea typeface="Arial"/>
                <a:cs typeface="Arial"/>
              </a:defRPr>
            </a:lvl8pPr>
            <a:lvl9pPr algn="l">
              <a:defRPr sz="1650" b="1">
                <a:solidFill>
                  <a:srgbClr val="102235"/>
                </a:solidFill>
                <a:latin typeface="Arial"/>
                <a:ea typeface="Arial"/>
                <a:cs typeface="Arial"/>
              </a:defRPr>
            </a:lvl9pPr>
          </a:lstStyle>
          <a:p xmlns:a="http://schemas.openxmlformats.org/drawingml/2006/main">
            <a:pPr algn="l">
              <a:defRPr sz="1650" b="1">
                <a:solidFill>
                  <a:srgbClr val="102235"/>
                </a:solidFill>
                <a:latin typeface="Arial"/>
                <a:ea typeface="Arial"/>
                <a:cs typeface="Arial"/>
              </a:defRPr>
            </a:pPr>
            <a:r>
              <a:rPr sz="1650" b="1">
                <a:solidFill>
                  <a:srgbClr val="102235"/>
                </a:solidFill>
                <a:latin typeface="Arial"/>
                <a:ea typeface="Arial"/>
                <a:cs typeface="Arial"/>
              </a:rPr>
              <a:t>shopping.dlx</a:t>
            </a:r>
          </a:p>
        </p:txBody>
      </p:sp>
      <p:sp>
        <p:nvSpPr>
          <p:cNvPr id="24" name="">
            <a:extLst xmlns:a="http://schemas.openxmlformats.org/drawingml/2006/main">
              <a:ext uri="{FF2B5EF4-FFF2-40B4-BE49-F238E27FC236}">
                <a16:creationId xmlns:a16="http://schemas.microsoft.com/office/drawing/2014/main" id="{3516776D-0B42-45FA-9C56-480DE8965773}"/>
              </a:ext>
            </a:extLst>
          </p:cNvPr>
          <p:cNvSpPr>
            <a:spLocks xmlns:a="http://schemas.openxmlformats.org/drawingml/2006/main" noGrp="1"/>
          </p:cNvSpPr>
          <p:nvPr/>
        </p:nvSpPr>
        <p:spPr>
          <a:xfrm xmlns:a="http://schemas.openxmlformats.org/drawingml/2006/main">
            <a:off x="6972300" y="2924175"/>
            <a:ext cx="1666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Exchange direct</a:t>
            </a:r>
          </a:p>
        </p:txBody>
      </p:sp>
      <p:sp>
        <p:nvSpPr>
          <p:cNvPr id="25" name="">
            <a:extLst xmlns:a="http://schemas.openxmlformats.org/drawingml/2006/main">
              <a:ext uri="{FF2B5EF4-FFF2-40B4-BE49-F238E27FC236}">
                <a16:creationId xmlns:a16="http://schemas.microsoft.com/office/drawing/2014/main" id="{F9A65B39-4156-4390-91FF-24531F529E77}"/>
              </a:ext>
            </a:extLst>
          </p:cNvPr>
          <p:cNvSpPr>
            <a:spLocks xmlns:a="http://schemas.openxmlformats.org/drawingml/2006/main" noGrp="1"/>
          </p:cNvSpPr>
          <p:nvPr/>
        </p:nvSpPr>
        <p:spPr>
          <a:xfrm xmlns:a="http://schemas.openxmlformats.org/drawingml/2006/main">
            <a:off x="9525000" y="1600200"/>
            <a:ext cx="1952625"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26" name="">
            <a:extLst xmlns:a="http://schemas.openxmlformats.org/drawingml/2006/main">
              <a:ext uri="{FF2B5EF4-FFF2-40B4-BE49-F238E27FC236}">
                <a16:creationId xmlns:a16="http://schemas.microsoft.com/office/drawing/2014/main" id="{2D93F480-0AB7-4AFC-B0B2-1B756807D037}"/>
              </a:ext>
            </a:extLst>
          </p:cNvPr>
          <p:cNvSpPr>
            <a:spLocks xmlns:a="http://schemas.openxmlformats.org/drawingml/2006/main" noGrp="1"/>
          </p:cNvSpPr>
          <p:nvPr/>
        </p:nvSpPr>
        <p:spPr>
          <a:xfrm xmlns:a="http://schemas.openxmlformats.org/drawingml/2006/main">
            <a:off x="9525000" y="1600200"/>
            <a:ext cx="66675" cy="685800"/>
          </a:xfrm>
          <a:prstGeom xmlns:a="http://schemas.openxmlformats.org/drawingml/2006/main" prst="rect">
            <a:avLst/>
          </a:prstGeom>
          <a:solidFill xmlns:a="http://schemas.openxmlformats.org/drawingml/2006/main">
            <a:srgbClr val="B64343"/>
          </a:solidFill>
          <a:ln xmlns:a="http://schemas.openxmlformats.org/drawingml/2006/main" w="0">
            <a:solidFill>
              <a:srgbClr val="B64343"/>
            </a:solidFill>
            <a:prstDash val="solid"/>
          </a:ln>
        </p:spPr>
      </p:sp>
      <p:sp>
        <p:nvSpPr>
          <p:cNvPr id="27" name="">
            <a:extLst xmlns:a="http://schemas.openxmlformats.org/drawingml/2006/main">
              <a:ext uri="{FF2B5EF4-FFF2-40B4-BE49-F238E27FC236}">
                <a16:creationId xmlns:a16="http://schemas.microsoft.com/office/drawing/2014/main" id="{DB3FF5DF-9C33-427B-BEFD-0B786D61E01A}"/>
              </a:ext>
            </a:extLst>
          </p:cNvPr>
          <p:cNvSpPr>
            <a:spLocks xmlns:a="http://schemas.openxmlformats.org/drawingml/2006/main" noGrp="1"/>
          </p:cNvSpPr>
          <p:nvPr/>
        </p:nvSpPr>
        <p:spPr>
          <a:xfrm xmlns:a="http://schemas.openxmlformats.org/drawingml/2006/main">
            <a:off x="9696450" y="1685925"/>
            <a:ext cx="1666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02235"/>
                </a:solidFill>
                <a:latin typeface="Arial"/>
                <a:ea typeface="Arial"/>
                <a:cs typeface="Arial"/>
              </a:defRPr>
            </a:defPPr>
            <a:lvl1pPr algn="l">
              <a:defRPr sz="1425" b="1">
                <a:solidFill>
                  <a:srgbClr val="102235"/>
                </a:solidFill>
                <a:latin typeface="Arial"/>
                <a:ea typeface="Arial"/>
                <a:cs typeface="Arial"/>
              </a:defRPr>
            </a:lvl1pPr>
            <a:lvl2pPr algn="l">
              <a:defRPr sz="1425" b="1">
                <a:solidFill>
                  <a:srgbClr val="102235"/>
                </a:solidFill>
                <a:latin typeface="Arial"/>
                <a:ea typeface="Arial"/>
                <a:cs typeface="Arial"/>
              </a:defRPr>
            </a:lvl2pPr>
            <a:lvl3pPr algn="l">
              <a:defRPr sz="1425" b="1">
                <a:solidFill>
                  <a:srgbClr val="102235"/>
                </a:solidFill>
                <a:latin typeface="Arial"/>
                <a:ea typeface="Arial"/>
                <a:cs typeface="Arial"/>
              </a:defRPr>
            </a:lvl3pPr>
            <a:lvl4pPr algn="l">
              <a:defRPr sz="1425" b="1">
                <a:solidFill>
                  <a:srgbClr val="102235"/>
                </a:solidFill>
                <a:latin typeface="Arial"/>
                <a:ea typeface="Arial"/>
                <a:cs typeface="Arial"/>
              </a:defRPr>
            </a:lvl4pPr>
            <a:lvl5pPr algn="l">
              <a:defRPr sz="1425" b="1">
                <a:solidFill>
                  <a:srgbClr val="102235"/>
                </a:solidFill>
                <a:latin typeface="Arial"/>
                <a:ea typeface="Arial"/>
                <a:cs typeface="Arial"/>
              </a:defRPr>
            </a:lvl5pPr>
            <a:lvl6pPr algn="l">
              <a:defRPr sz="1425" b="1">
                <a:solidFill>
                  <a:srgbClr val="102235"/>
                </a:solidFill>
                <a:latin typeface="Arial"/>
                <a:ea typeface="Arial"/>
                <a:cs typeface="Arial"/>
              </a:defRPr>
            </a:lvl6pPr>
            <a:lvl7pPr algn="l">
              <a:defRPr sz="1425" b="1">
                <a:solidFill>
                  <a:srgbClr val="102235"/>
                </a:solidFill>
                <a:latin typeface="Arial"/>
                <a:ea typeface="Arial"/>
                <a:cs typeface="Arial"/>
              </a:defRPr>
            </a:lvl7pPr>
            <a:lvl8pPr algn="l">
              <a:defRPr sz="1425" b="1">
                <a:solidFill>
                  <a:srgbClr val="102235"/>
                </a:solidFill>
                <a:latin typeface="Arial"/>
                <a:ea typeface="Arial"/>
                <a:cs typeface="Arial"/>
              </a:defRPr>
            </a:lvl8pPr>
            <a:lvl9pPr algn="l">
              <a:defRPr sz="1425" b="1">
                <a:solidFill>
                  <a:srgbClr val="102235"/>
                </a:solidFill>
                <a:latin typeface="Arial"/>
                <a:ea typeface="Arial"/>
                <a:cs typeface="Arial"/>
              </a:defRPr>
            </a:lvl9pPr>
          </a:lstStyle>
          <a:p xmlns:a="http://schemas.openxmlformats.org/drawingml/2006/main">
            <a:pPr algn="l">
              <a:defRPr sz="1425" b="1">
                <a:solidFill>
                  <a:srgbClr val="102235"/>
                </a:solidFill>
                <a:latin typeface="Arial"/>
                <a:ea typeface="Arial"/>
                <a:cs typeface="Arial"/>
              </a:defRPr>
            </a:pPr>
            <a:r>
              <a:rPr sz="1425" b="1">
                <a:solidFill>
                  <a:srgbClr val="102235"/>
                </a:solidFill>
                <a:latin typeface="Arial"/>
                <a:ea typeface="Arial"/>
                <a:cs typeface="Arial"/>
              </a:rPr>
              <a:t>DLQ usuarios</a:t>
            </a:r>
          </a:p>
        </p:txBody>
      </p:sp>
      <p:sp>
        <p:nvSpPr>
          <p:cNvPr id="28" name="">
            <a:extLst xmlns:a="http://schemas.openxmlformats.org/drawingml/2006/main">
              <a:ext uri="{FF2B5EF4-FFF2-40B4-BE49-F238E27FC236}">
                <a16:creationId xmlns:a16="http://schemas.microsoft.com/office/drawing/2014/main" id="{8D556D67-069E-4A94-A8A5-057C8990455D}"/>
              </a:ext>
            </a:extLst>
          </p:cNvPr>
          <p:cNvSpPr>
            <a:spLocks xmlns:a="http://schemas.openxmlformats.org/drawingml/2006/main" noGrp="1"/>
          </p:cNvSpPr>
          <p:nvPr/>
        </p:nvSpPr>
        <p:spPr>
          <a:xfrm xmlns:a="http://schemas.openxmlformats.org/drawingml/2006/main">
            <a:off x="9525000" y="2543175"/>
            <a:ext cx="1952625"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29" name="">
            <a:extLst xmlns:a="http://schemas.openxmlformats.org/drawingml/2006/main">
              <a:ext uri="{FF2B5EF4-FFF2-40B4-BE49-F238E27FC236}">
                <a16:creationId xmlns:a16="http://schemas.microsoft.com/office/drawing/2014/main" id="{5F1D52F3-C71D-43DB-A808-EEE8CFC5A5B7}"/>
              </a:ext>
            </a:extLst>
          </p:cNvPr>
          <p:cNvSpPr>
            <a:spLocks xmlns:a="http://schemas.openxmlformats.org/drawingml/2006/main" noGrp="1"/>
          </p:cNvSpPr>
          <p:nvPr/>
        </p:nvSpPr>
        <p:spPr>
          <a:xfrm xmlns:a="http://schemas.openxmlformats.org/drawingml/2006/main">
            <a:off x="9525000" y="2543175"/>
            <a:ext cx="66675" cy="685800"/>
          </a:xfrm>
          <a:prstGeom xmlns:a="http://schemas.openxmlformats.org/drawingml/2006/main" prst="rect">
            <a:avLst/>
          </a:prstGeom>
          <a:solidFill xmlns:a="http://schemas.openxmlformats.org/drawingml/2006/main">
            <a:srgbClr val="B64343"/>
          </a:solidFill>
          <a:ln xmlns:a="http://schemas.openxmlformats.org/drawingml/2006/main" w="0">
            <a:solidFill>
              <a:srgbClr val="B64343"/>
            </a:solidFill>
            <a:prstDash val="solid"/>
          </a:ln>
        </p:spPr>
      </p:sp>
      <p:sp>
        <p:nvSpPr>
          <p:cNvPr id="30" name="">
            <a:extLst xmlns:a="http://schemas.openxmlformats.org/drawingml/2006/main">
              <a:ext uri="{FF2B5EF4-FFF2-40B4-BE49-F238E27FC236}">
                <a16:creationId xmlns:a16="http://schemas.microsoft.com/office/drawing/2014/main" id="{7DADED6A-2F12-4C26-88E8-BDE71D5C37E9}"/>
              </a:ext>
            </a:extLst>
          </p:cNvPr>
          <p:cNvSpPr>
            <a:spLocks xmlns:a="http://schemas.openxmlformats.org/drawingml/2006/main" noGrp="1"/>
          </p:cNvSpPr>
          <p:nvPr/>
        </p:nvSpPr>
        <p:spPr>
          <a:xfrm xmlns:a="http://schemas.openxmlformats.org/drawingml/2006/main">
            <a:off x="9696450" y="2628900"/>
            <a:ext cx="1666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02235"/>
                </a:solidFill>
                <a:latin typeface="Arial"/>
                <a:ea typeface="Arial"/>
                <a:cs typeface="Arial"/>
              </a:defRPr>
            </a:defPPr>
            <a:lvl1pPr algn="l">
              <a:defRPr sz="1425" b="1">
                <a:solidFill>
                  <a:srgbClr val="102235"/>
                </a:solidFill>
                <a:latin typeface="Arial"/>
                <a:ea typeface="Arial"/>
                <a:cs typeface="Arial"/>
              </a:defRPr>
            </a:lvl1pPr>
            <a:lvl2pPr algn="l">
              <a:defRPr sz="1425" b="1">
                <a:solidFill>
                  <a:srgbClr val="102235"/>
                </a:solidFill>
                <a:latin typeface="Arial"/>
                <a:ea typeface="Arial"/>
                <a:cs typeface="Arial"/>
              </a:defRPr>
            </a:lvl2pPr>
            <a:lvl3pPr algn="l">
              <a:defRPr sz="1425" b="1">
                <a:solidFill>
                  <a:srgbClr val="102235"/>
                </a:solidFill>
                <a:latin typeface="Arial"/>
                <a:ea typeface="Arial"/>
                <a:cs typeface="Arial"/>
              </a:defRPr>
            </a:lvl3pPr>
            <a:lvl4pPr algn="l">
              <a:defRPr sz="1425" b="1">
                <a:solidFill>
                  <a:srgbClr val="102235"/>
                </a:solidFill>
                <a:latin typeface="Arial"/>
                <a:ea typeface="Arial"/>
                <a:cs typeface="Arial"/>
              </a:defRPr>
            </a:lvl4pPr>
            <a:lvl5pPr algn="l">
              <a:defRPr sz="1425" b="1">
                <a:solidFill>
                  <a:srgbClr val="102235"/>
                </a:solidFill>
                <a:latin typeface="Arial"/>
                <a:ea typeface="Arial"/>
                <a:cs typeface="Arial"/>
              </a:defRPr>
            </a:lvl5pPr>
            <a:lvl6pPr algn="l">
              <a:defRPr sz="1425" b="1">
                <a:solidFill>
                  <a:srgbClr val="102235"/>
                </a:solidFill>
                <a:latin typeface="Arial"/>
                <a:ea typeface="Arial"/>
                <a:cs typeface="Arial"/>
              </a:defRPr>
            </a:lvl6pPr>
            <a:lvl7pPr algn="l">
              <a:defRPr sz="1425" b="1">
                <a:solidFill>
                  <a:srgbClr val="102235"/>
                </a:solidFill>
                <a:latin typeface="Arial"/>
                <a:ea typeface="Arial"/>
                <a:cs typeface="Arial"/>
              </a:defRPr>
            </a:lvl7pPr>
            <a:lvl8pPr algn="l">
              <a:defRPr sz="1425" b="1">
                <a:solidFill>
                  <a:srgbClr val="102235"/>
                </a:solidFill>
                <a:latin typeface="Arial"/>
                <a:ea typeface="Arial"/>
                <a:cs typeface="Arial"/>
              </a:defRPr>
            </a:lvl8pPr>
            <a:lvl9pPr algn="l">
              <a:defRPr sz="1425" b="1">
                <a:solidFill>
                  <a:srgbClr val="102235"/>
                </a:solidFill>
                <a:latin typeface="Arial"/>
                <a:ea typeface="Arial"/>
                <a:cs typeface="Arial"/>
              </a:defRPr>
            </a:lvl9pPr>
          </a:lstStyle>
          <a:p xmlns:a="http://schemas.openxmlformats.org/drawingml/2006/main">
            <a:pPr algn="l">
              <a:defRPr sz="1425" b="1">
                <a:solidFill>
                  <a:srgbClr val="102235"/>
                </a:solidFill>
                <a:latin typeface="Arial"/>
                <a:ea typeface="Arial"/>
                <a:cs typeface="Arial"/>
              </a:defRPr>
            </a:pPr>
            <a:r>
              <a:rPr sz="1425" b="1">
                <a:solidFill>
                  <a:srgbClr val="102235"/>
                </a:solidFill>
                <a:latin typeface="Arial"/>
                <a:ea typeface="Arial"/>
                <a:cs typeface="Arial"/>
              </a:rPr>
              <a:t>DLQ ítems</a:t>
            </a:r>
          </a:p>
        </p:txBody>
      </p:sp>
      <p:sp>
        <p:nvSpPr>
          <p:cNvPr id="31" name="">
            <a:extLst xmlns:a="http://schemas.openxmlformats.org/drawingml/2006/main">
              <a:ext uri="{FF2B5EF4-FFF2-40B4-BE49-F238E27FC236}">
                <a16:creationId xmlns:a16="http://schemas.microsoft.com/office/drawing/2014/main" id="{6D2AC7E9-ABCF-4328-A288-0AACE9FDBF32}"/>
              </a:ext>
            </a:extLst>
          </p:cNvPr>
          <p:cNvSpPr>
            <a:spLocks xmlns:a="http://schemas.openxmlformats.org/drawingml/2006/main" noGrp="1"/>
          </p:cNvSpPr>
          <p:nvPr/>
        </p:nvSpPr>
        <p:spPr>
          <a:xfrm xmlns:a="http://schemas.openxmlformats.org/drawingml/2006/main">
            <a:off x="9525000" y="3486150"/>
            <a:ext cx="1952625"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32" name="">
            <a:extLst xmlns:a="http://schemas.openxmlformats.org/drawingml/2006/main">
              <a:ext uri="{FF2B5EF4-FFF2-40B4-BE49-F238E27FC236}">
                <a16:creationId xmlns:a16="http://schemas.microsoft.com/office/drawing/2014/main" id="{538E7D98-87F1-4BD3-8BAE-707B27AA3E52}"/>
              </a:ext>
            </a:extLst>
          </p:cNvPr>
          <p:cNvSpPr>
            <a:spLocks xmlns:a="http://schemas.openxmlformats.org/drawingml/2006/main" noGrp="1"/>
          </p:cNvSpPr>
          <p:nvPr/>
        </p:nvSpPr>
        <p:spPr>
          <a:xfrm xmlns:a="http://schemas.openxmlformats.org/drawingml/2006/main">
            <a:off x="9525000" y="3486150"/>
            <a:ext cx="66675" cy="685800"/>
          </a:xfrm>
          <a:prstGeom xmlns:a="http://schemas.openxmlformats.org/drawingml/2006/main" prst="rect">
            <a:avLst/>
          </a:prstGeom>
          <a:solidFill xmlns:a="http://schemas.openxmlformats.org/drawingml/2006/main">
            <a:srgbClr val="B64343"/>
          </a:solidFill>
          <a:ln xmlns:a="http://schemas.openxmlformats.org/drawingml/2006/main" w="0">
            <a:solidFill>
              <a:srgbClr val="B64343"/>
            </a:solidFill>
            <a:prstDash val="solid"/>
          </a:ln>
        </p:spPr>
      </p:sp>
      <p:sp>
        <p:nvSpPr>
          <p:cNvPr id="33" name="">
            <a:extLst xmlns:a="http://schemas.openxmlformats.org/drawingml/2006/main">
              <a:ext uri="{FF2B5EF4-FFF2-40B4-BE49-F238E27FC236}">
                <a16:creationId xmlns:a16="http://schemas.microsoft.com/office/drawing/2014/main" id="{DBFD4EE0-8A40-47C5-9382-EB986DF7FD4E}"/>
              </a:ext>
            </a:extLst>
          </p:cNvPr>
          <p:cNvSpPr>
            <a:spLocks xmlns:a="http://schemas.openxmlformats.org/drawingml/2006/main" noGrp="1"/>
          </p:cNvSpPr>
          <p:nvPr/>
        </p:nvSpPr>
        <p:spPr>
          <a:xfrm xmlns:a="http://schemas.openxmlformats.org/drawingml/2006/main">
            <a:off x="9696450" y="3571875"/>
            <a:ext cx="1666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02235"/>
                </a:solidFill>
                <a:latin typeface="Arial"/>
                <a:ea typeface="Arial"/>
                <a:cs typeface="Arial"/>
              </a:defRPr>
            </a:defPPr>
            <a:lvl1pPr algn="l">
              <a:defRPr sz="1425" b="1">
                <a:solidFill>
                  <a:srgbClr val="102235"/>
                </a:solidFill>
                <a:latin typeface="Arial"/>
                <a:ea typeface="Arial"/>
                <a:cs typeface="Arial"/>
              </a:defRPr>
            </a:lvl1pPr>
            <a:lvl2pPr algn="l">
              <a:defRPr sz="1425" b="1">
                <a:solidFill>
                  <a:srgbClr val="102235"/>
                </a:solidFill>
                <a:latin typeface="Arial"/>
                <a:ea typeface="Arial"/>
                <a:cs typeface="Arial"/>
              </a:defRPr>
            </a:lvl2pPr>
            <a:lvl3pPr algn="l">
              <a:defRPr sz="1425" b="1">
                <a:solidFill>
                  <a:srgbClr val="102235"/>
                </a:solidFill>
                <a:latin typeface="Arial"/>
                <a:ea typeface="Arial"/>
                <a:cs typeface="Arial"/>
              </a:defRPr>
            </a:lvl3pPr>
            <a:lvl4pPr algn="l">
              <a:defRPr sz="1425" b="1">
                <a:solidFill>
                  <a:srgbClr val="102235"/>
                </a:solidFill>
                <a:latin typeface="Arial"/>
                <a:ea typeface="Arial"/>
                <a:cs typeface="Arial"/>
              </a:defRPr>
            </a:lvl4pPr>
            <a:lvl5pPr algn="l">
              <a:defRPr sz="1425" b="1">
                <a:solidFill>
                  <a:srgbClr val="102235"/>
                </a:solidFill>
                <a:latin typeface="Arial"/>
                <a:ea typeface="Arial"/>
                <a:cs typeface="Arial"/>
              </a:defRPr>
            </a:lvl5pPr>
            <a:lvl6pPr algn="l">
              <a:defRPr sz="1425" b="1">
                <a:solidFill>
                  <a:srgbClr val="102235"/>
                </a:solidFill>
                <a:latin typeface="Arial"/>
                <a:ea typeface="Arial"/>
                <a:cs typeface="Arial"/>
              </a:defRPr>
            </a:lvl6pPr>
            <a:lvl7pPr algn="l">
              <a:defRPr sz="1425" b="1">
                <a:solidFill>
                  <a:srgbClr val="102235"/>
                </a:solidFill>
                <a:latin typeface="Arial"/>
                <a:ea typeface="Arial"/>
                <a:cs typeface="Arial"/>
              </a:defRPr>
            </a:lvl7pPr>
            <a:lvl8pPr algn="l">
              <a:defRPr sz="1425" b="1">
                <a:solidFill>
                  <a:srgbClr val="102235"/>
                </a:solidFill>
                <a:latin typeface="Arial"/>
                <a:ea typeface="Arial"/>
                <a:cs typeface="Arial"/>
              </a:defRPr>
            </a:lvl8pPr>
            <a:lvl9pPr algn="l">
              <a:defRPr sz="1425" b="1">
                <a:solidFill>
                  <a:srgbClr val="102235"/>
                </a:solidFill>
                <a:latin typeface="Arial"/>
                <a:ea typeface="Arial"/>
                <a:cs typeface="Arial"/>
              </a:defRPr>
            </a:lvl9pPr>
          </a:lstStyle>
          <a:p xmlns:a="http://schemas.openxmlformats.org/drawingml/2006/main">
            <a:pPr algn="l">
              <a:defRPr sz="1425" b="1">
                <a:solidFill>
                  <a:srgbClr val="102235"/>
                </a:solidFill>
                <a:latin typeface="Arial"/>
                <a:ea typeface="Arial"/>
                <a:cs typeface="Arial"/>
              </a:defRPr>
            </a:pPr>
            <a:r>
              <a:rPr sz="1425" b="1">
                <a:solidFill>
                  <a:srgbClr val="102235"/>
                </a:solidFill>
                <a:latin typeface="Arial"/>
                <a:ea typeface="Arial"/>
                <a:cs typeface="Arial"/>
              </a:rPr>
              <a:t>DLQ categorías</a:t>
            </a:r>
          </a:p>
        </p:txBody>
      </p:sp>
      <p:sp>
        <p:nvSpPr>
          <p:cNvPr id="43" name="">
            <a:extLst xmlns:a="http://schemas.openxmlformats.org/drawingml/2006/main">
              <a:ext uri="{FF2B5EF4-FFF2-40B4-BE49-F238E27FC236}">
                <a16:creationId xmlns:a16="http://schemas.microsoft.com/office/drawing/2014/main" id="{81734819-1471-4032-B410-904B57A84E24}"/>
              </a:ext>
            </a:extLst>
          </p:cNvPr>
          <p:cNvSpPr>
            <a:spLocks xmlns:a="http://schemas.openxmlformats.org/drawingml/2006/main" noGrp="1"/>
          </p:cNvSpPr>
          <p:nvPr/>
        </p:nvSpPr>
        <p:spPr>
          <a:xfrm xmlns:a="http://schemas.openxmlformats.org/drawingml/2006/main">
            <a:off x="3695700" y="4333875"/>
            <a:ext cx="3571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B64343"/>
                </a:solidFill>
                <a:latin typeface="Arial"/>
                <a:ea typeface="Arial"/>
                <a:cs typeface="Arial"/>
              </a:defRPr>
            </a:defPPr>
            <a:lvl1pPr algn="ctr">
              <a:defRPr sz="1275" b="1">
                <a:solidFill>
                  <a:srgbClr val="B64343"/>
                </a:solidFill>
                <a:latin typeface="Arial"/>
                <a:ea typeface="Arial"/>
                <a:cs typeface="Arial"/>
              </a:defRPr>
            </a:lvl1pPr>
            <a:lvl2pPr algn="ctr">
              <a:defRPr sz="1275" b="1">
                <a:solidFill>
                  <a:srgbClr val="B64343"/>
                </a:solidFill>
                <a:latin typeface="Arial"/>
                <a:ea typeface="Arial"/>
                <a:cs typeface="Arial"/>
              </a:defRPr>
            </a:lvl2pPr>
            <a:lvl3pPr algn="ctr">
              <a:defRPr sz="1275" b="1">
                <a:solidFill>
                  <a:srgbClr val="B64343"/>
                </a:solidFill>
                <a:latin typeface="Arial"/>
                <a:ea typeface="Arial"/>
                <a:cs typeface="Arial"/>
              </a:defRPr>
            </a:lvl3pPr>
            <a:lvl4pPr algn="ctr">
              <a:defRPr sz="1275" b="1">
                <a:solidFill>
                  <a:srgbClr val="B64343"/>
                </a:solidFill>
                <a:latin typeface="Arial"/>
                <a:ea typeface="Arial"/>
                <a:cs typeface="Arial"/>
              </a:defRPr>
            </a:lvl4pPr>
            <a:lvl5pPr algn="ctr">
              <a:defRPr sz="1275" b="1">
                <a:solidFill>
                  <a:srgbClr val="B64343"/>
                </a:solidFill>
                <a:latin typeface="Arial"/>
                <a:ea typeface="Arial"/>
                <a:cs typeface="Arial"/>
              </a:defRPr>
            </a:lvl5pPr>
            <a:lvl6pPr algn="ctr">
              <a:defRPr sz="1275" b="1">
                <a:solidFill>
                  <a:srgbClr val="B64343"/>
                </a:solidFill>
                <a:latin typeface="Arial"/>
                <a:ea typeface="Arial"/>
                <a:cs typeface="Arial"/>
              </a:defRPr>
            </a:lvl6pPr>
            <a:lvl7pPr algn="ctr">
              <a:defRPr sz="1275" b="1">
                <a:solidFill>
                  <a:srgbClr val="B64343"/>
                </a:solidFill>
                <a:latin typeface="Arial"/>
                <a:ea typeface="Arial"/>
                <a:cs typeface="Arial"/>
              </a:defRPr>
            </a:lvl7pPr>
            <a:lvl8pPr algn="ctr">
              <a:defRPr sz="1275" b="1">
                <a:solidFill>
                  <a:srgbClr val="B64343"/>
                </a:solidFill>
                <a:latin typeface="Arial"/>
                <a:ea typeface="Arial"/>
                <a:cs typeface="Arial"/>
              </a:defRPr>
            </a:lvl8pPr>
            <a:lvl9pPr algn="ctr">
              <a:defRPr sz="1275" b="1">
                <a:solidFill>
                  <a:srgbClr val="B64343"/>
                </a:solidFill>
                <a:latin typeface="Arial"/>
                <a:ea typeface="Arial"/>
                <a:cs typeface="Arial"/>
              </a:defRPr>
            </a:lvl9pPr>
          </a:lstStyle>
          <a:p xmlns:a="http://schemas.openxmlformats.org/drawingml/2006/main">
            <a:pPr algn="ctr">
              <a:defRPr sz="1275" b="1">
                <a:solidFill>
                  <a:srgbClr val="B64343"/>
                </a:solidFill>
                <a:latin typeface="Arial"/>
                <a:ea typeface="Arial"/>
                <a:cs typeface="Arial"/>
              </a:defRPr>
            </a:pPr>
            <a:r>
              <a:rPr sz="1275" b="1">
                <a:solidFill>
                  <a:srgbClr val="B64343"/>
                </a:solidFill>
                <a:latin typeface="Arial"/>
                <a:ea typeface="Arial"/>
                <a:cs typeface="Arial"/>
              </a:rPr>
              <a:t>Cada cola tiene su DLQ</a:t>
            </a:r>
          </a:p>
        </p:txBody>
      </p:sp>
      <p:sp>
        <p:nvSpPr>
          <p:cNvPr id="44" name="">
            <a:extLst xmlns:a="http://schemas.openxmlformats.org/drawingml/2006/main">
              <a:ext uri="{FF2B5EF4-FFF2-40B4-BE49-F238E27FC236}">
                <a16:creationId xmlns:a16="http://schemas.microsoft.com/office/drawing/2014/main" id="{73B0AB10-7FC4-46BC-BCEE-BF9E9B564BBA}"/>
              </a:ext>
            </a:extLst>
          </p:cNvPr>
          <p:cNvSpPr>
            <a:spLocks xmlns:a="http://schemas.openxmlformats.org/drawingml/2006/main" noGrp="1"/>
          </p:cNvSpPr>
          <p:nvPr/>
        </p:nvSpPr>
        <p:spPr>
          <a:xfrm xmlns:a="http://schemas.openxmlformats.org/drawingml/2006/main">
            <a:off x="685800" y="4876800"/>
            <a:ext cx="195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02235"/>
                </a:solidFill>
                <a:latin typeface="Arial"/>
                <a:ea typeface="Arial"/>
                <a:cs typeface="Arial"/>
              </a:defRPr>
            </a:defPPr>
            <a:lvl1pPr algn="ctr">
              <a:defRPr sz="1575" b="1">
                <a:solidFill>
                  <a:srgbClr val="102235"/>
                </a:solidFill>
                <a:latin typeface="Arial"/>
                <a:ea typeface="Arial"/>
                <a:cs typeface="Arial"/>
              </a:defRPr>
            </a:lvl1pPr>
            <a:lvl2pPr algn="ctr">
              <a:defRPr sz="1575" b="1">
                <a:solidFill>
                  <a:srgbClr val="102235"/>
                </a:solidFill>
                <a:latin typeface="Arial"/>
                <a:ea typeface="Arial"/>
                <a:cs typeface="Arial"/>
              </a:defRPr>
            </a:lvl2pPr>
            <a:lvl3pPr algn="ctr">
              <a:defRPr sz="1575" b="1">
                <a:solidFill>
                  <a:srgbClr val="102235"/>
                </a:solidFill>
                <a:latin typeface="Arial"/>
                <a:ea typeface="Arial"/>
                <a:cs typeface="Arial"/>
              </a:defRPr>
            </a:lvl3pPr>
            <a:lvl4pPr algn="ctr">
              <a:defRPr sz="1575" b="1">
                <a:solidFill>
                  <a:srgbClr val="102235"/>
                </a:solidFill>
                <a:latin typeface="Arial"/>
                <a:ea typeface="Arial"/>
                <a:cs typeface="Arial"/>
              </a:defRPr>
            </a:lvl4pPr>
            <a:lvl5pPr algn="ctr">
              <a:defRPr sz="1575" b="1">
                <a:solidFill>
                  <a:srgbClr val="102235"/>
                </a:solidFill>
                <a:latin typeface="Arial"/>
                <a:ea typeface="Arial"/>
                <a:cs typeface="Arial"/>
              </a:defRPr>
            </a:lvl5pPr>
            <a:lvl6pPr algn="ctr">
              <a:defRPr sz="1575" b="1">
                <a:solidFill>
                  <a:srgbClr val="102235"/>
                </a:solidFill>
                <a:latin typeface="Arial"/>
                <a:ea typeface="Arial"/>
                <a:cs typeface="Arial"/>
              </a:defRPr>
            </a:lvl6pPr>
            <a:lvl7pPr algn="ctr">
              <a:defRPr sz="1575" b="1">
                <a:solidFill>
                  <a:srgbClr val="102235"/>
                </a:solidFill>
                <a:latin typeface="Arial"/>
                <a:ea typeface="Arial"/>
                <a:cs typeface="Arial"/>
              </a:defRPr>
            </a:lvl7pPr>
            <a:lvl8pPr algn="ctr">
              <a:defRPr sz="1575" b="1">
                <a:solidFill>
                  <a:srgbClr val="102235"/>
                </a:solidFill>
                <a:latin typeface="Arial"/>
                <a:ea typeface="Arial"/>
                <a:cs typeface="Arial"/>
              </a:defRPr>
            </a:lvl8pPr>
            <a:lvl9pPr algn="ctr">
              <a:defRPr sz="1575" b="1">
                <a:solidFill>
                  <a:srgbClr val="102235"/>
                </a:solidFill>
                <a:latin typeface="Arial"/>
                <a:ea typeface="Arial"/>
                <a:cs typeface="Arial"/>
              </a:defRPr>
            </a:lvl9pPr>
          </a:lstStyle>
          <a:p xmlns:a="http://schemas.openxmlformats.org/drawingml/2006/main">
            <a:pPr algn="ctr">
              <a:defRPr sz="1575" b="1">
                <a:solidFill>
                  <a:srgbClr val="102235"/>
                </a:solidFill>
                <a:latin typeface="Arial"/>
                <a:ea typeface="Arial"/>
                <a:cs typeface="Arial"/>
              </a:defRPr>
            </a:pPr>
            <a:r>
              <a:rPr sz="1575" b="1">
                <a:solidFill>
                  <a:srgbClr val="102235"/>
                </a:solidFill>
                <a:latin typeface="Arial"/>
                <a:ea typeface="Arial"/>
                <a:cs typeface="Arial"/>
              </a:rPr>
              <a:t>rabbitmq-1</a:t>
            </a:r>
          </a:p>
        </p:txBody>
      </p:sp>
      <p:sp>
        <p:nvSpPr>
          <p:cNvPr id="45" name="">
            <a:extLst xmlns:a="http://schemas.openxmlformats.org/drawingml/2006/main">
              <a:ext uri="{FF2B5EF4-FFF2-40B4-BE49-F238E27FC236}">
                <a16:creationId xmlns:a16="http://schemas.microsoft.com/office/drawing/2014/main" id="{8B6F4AE9-9386-49FE-B06A-D39A0B1F0CED}"/>
              </a:ext>
            </a:extLst>
          </p:cNvPr>
          <p:cNvSpPr>
            <a:spLocks xmlns:a="http://schemas.openxmlformats.org/drawingml/2006/main" noGrp="1"/>
          </p:cNvSpPr>
          <p:nvPr/>
        </p:nvSpPr>
        <p:spPr>
          <a:xfrm xmlns:a="http://schemas.openxmlformats.org/drawingml/2006/main">
            <a:off x="2638425" y="4933950"/>
            <a:ext cx="9525" cy="276225"/>
          </a:xfrm>
          <a:prstGeom xmlns:a="http://schemas.openxmlformats.org/drawingml/2006/main" prst="rect">
            <a:avLst/>
          </a:prstGeom>
          <a:solidFill xmlns:a="http://schemas.openxmlformats.org/drawingml/2006/main">
            <a:srgbClr val="BED0DA"/>
          </a:solidFill>
          <a:ln xmlns:a="http://schemas.openxmlformats.org/drawingml/2006/main" w="0">
            <a:solidFill>
              <a:srgbClr val="BED0DA"/>
            </a:solidFill>
            <a:prstDash val="solid"/>
          </a:ln>
        </p:spPr>
      </p:sp>
      <p:sp>
        <p:nvSpPr>
          <p:cNvPr id="46" name="">
            <a:extLst xmlns:a="http://schemas.openxmlformats.org/drawingml/2006/main">
              <a:ext uri="{FF2B5EF4-FFF2-40B4-BE49-F238E27FC236}">
                <a16:creationId xmlns:a16="http://schemas.microsoft.com/office/drawing/2014/main" id="{095D3BCB-2FAB-4480-A03D-548AAF28CCA7}"/>
              </a:ext>
            </a:extLst>
          </p:cNvPr>
          <p:cNvSpPr>
            <a:spLocks xmlns:a="http://schemas.openxmlformats.org/drawingml/2006/main" noGrp="1"/>
          </p:cNvSpPr>
          <p:nvPr/>
        </p:nvSpPr>
        <p:spPr>
          <a:xfrm xmlns:a="http://schemas.openxmlformats.org/drawingml/2006/main">
            <a:off x="2724150" y="4876800"/>
            <a:ext cx="195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02235"/>
                </a:solidFill>
                <a:latin typeface="Arial"/>
                <a:ea typeface="Arial"/>
                <a:cs typeface="Arial"/>
              </a:defRPr>
            </a:defPPr>
            <a:lvl1pPr algn="ctr">
              <a:defRPr sz="1575" b="1">
                <a:solidFill>
                  <a:srgbClr val="102235"/>
                </a:solidFill>
                <a:latin typeface="Arial"/>
                <a:ea typeface="Arial"/>
                <a:cs typeface="Arial"/>
              </a:defRPr>
            </a:lvl1pPr>
            <a:lvl2pPr algn="ctr">
              <a:defRPr sz="1575" b="1">
                <a:solidFill>
                  <a:srgbClr val="102235"/>
                </a:solidFill>
                <a:latin typeface="Arial"/>
                <a:ea typeface="Arial"/>
                <a:cs typeface="Arial"/>
              </a:defRPr>
            </a:lvl2pPr>
            <a:lvl3pPr algn="ctr">
              <a:defRPr sz="1575" b="1">
                <a:solidFill>
                  <a:srgbClr val="102235"/>
                </a:solidFill>
                <a:latin typeface="Arial"/>
                <a:ea typeface="Arial"/>
                <a:cs typeface="Arial"/>
              </a:defRPr>
            </a:lvl3pPr>
            <a:lvl4pPr algn="ctr">
              <a:defRPr sz="1575" b="1">
                <a:solidFill>
                  <a:srgbClr val="102235"/>
                </a:solidFill>
                <a:latin typeface="Arial"/>
                <a:ea typeface="Arial"/>
                <a:cs typeface="Arial"/>
              </a:defRPr>
            </a:lvl4pPr>
            <a:lvl5pPr algn="ctr">
              <a:defRPr sz="1575" b="1">
                <a:solidFill>
                  <a:srgbClr val="102235"/>
                </a:solidFill>
                <a:latin typeface="Arial"/>
                <a:ea typeface="Arial"/>
                <a:cs typeface="Arial"/>
              </a:defRPr>
            </a:lvl5pPr>
            <a:lvl6pPr algn="ctr">
              <a:defRPr sz="1575" b="1">
                <a:solidFill>
                  <a:srgbClr val="102235"/>
                </a:solidFill>
                <a:latin typeface="Arial"/>
                <a:ea typeface="Arial"/>
                <a:cs typeface="Arial"/>
              </a:defRPr>
            </a:lvl6pPr>
            <a:lvl7pPr algn="ctr">
              <a:defRPr sz="1575" b="1">
                <a:solidFill>
                  <a:srgbClr val="102235"/>
                </a:solidFill>
                <a:latin typeface="Arial"/>
                <a:ea typeface="Arial"/>
                <a:cs typeface="Arial"/>
              </a:defRPr>
            </a:lvl7pPr>
            <a:lvl8pPr algn="ctr">
              <a:defRPr sz="1575" b="1">
                <a:solidFill>
                  <a:srgbClr val="102235"/>
                </a:solidFill>
                <a:latin typeface="Arial"/>
                <a:ea typeface="Arial"/>
                <a:cs typeface="Arial"/>
              </a:defRPr>
            </a:lvl8pPr>
            <a:lvl9pPr algn="ctr">
              <a:defRPr sz="1575" b="1">
                <a:solidFill>
                  <a:srgbClr val="102235"/>
                </a:solidFill>
                <a:latin typeface="Arial"/>
                <a:ea typeface="Arial"/>
                <a:cs typeface="Arial"/>
              </a:defRPr>
            </a:lvl9pPr>
          </a:lstStyle>
          <a:p xmlns:a="http://schemas.openxmlformats.org/drawingml/2006/main">
            <a:pPr algn="ctr">
              <a:defRPr sz="1575" b="1">
                <a:solidFill>
                  <a:srgbClr val="102235"/>
                </a:solidFill>
                <a:latin typeface="Arial"/>
                <a:ea typeface="Arial"/>
                <a:cs typeface="Arial"/>
              </a:defRPr>
            </a:pPr>
            <a:r>
              <a:rPr sz="1575" b="1">
                <a:solidFill>
                  <a:srgbClr val="102235"/>
                </a:solidFill>
                <a:latin typeface="Arial"/>
                <a:ea typeface="Arial"/>
                <a:cs typeface="Arial"/>
              </a:rPr>
              <a:t>rabbitmq-2</a:t>
            </a:r>
          </a:p>
        </p:txBody>
      </p:sp>
      <p:sp>
        <p:nvSpPr>
          <p:cNvPr id="47" name="">
            <a:extLst xmlns:a="http://schemas.openxmlformats.org/drawingml/2006/main">
              <a:ext uri="{FF2B5EF4-FFF2-40B4-BE49-F238E27FC236}">
                <a16:creationId xmlns:a16="http://schemas.microsoft.com/office/drawing/2014/main" id="{9964A658-BB50-4500-B09B-B94071831A36}"/>
              </a:ext>
            </a:extLst>
          </p:cNvPr>
          <p:cNvSpPr>
            <a:spLocks xmlns:a="http://schemas.openxmlformats.org/drawingml/2006/main" noGrp="1"/>
          </p:cNvSpPr>
          <p:nvPr/>
        </p:nvSpPr>
        <p:spPr>
          <a:xfrm xmlns:a="http://schemas.openxmlformats.org/drawingml/2006/main">
            <a:off x="6800850" y="4762500"/>
            <a:ext cx="467677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BED0DA"/>
            </a:solidFill>
            <a:prstDash val="solid"/>
          </a:ln>
        </p:spPr>
      </p:sp>
      <p:sp>
        <p:nvSpPr>
          <p:cNvPr id="48" name="">
            <a:extLst xmlns:a="http://schemas.openxmlformats.org/drawingml/2006/main">
              <a:ext uri="{FF2B5EF4-FFF2-40B4-BE49-F238E27FC236}">
                <a16:creationId xmlns:a16="http://schemas.microsoft.com/office/drawing/2014/main" id="{BF50CAF4-455D-44B6-AF23-C80182808F74}"/>
              </a:ext>
            </a:extLst>
          </p:cNvPr>
          <p:cNvSpPr>
            <a:spLocks xmlns:a="http://schemas.openxmlformats.org/drawingml/2006/main" noGrp="1"/>
          </p:cNvSpPr>
          <p:nvPr/>
        </p:nvSpPr>
        <p:spPr>
          <a:xfrm xmlns:a="http://schemas.openxmlformats.org/drawingml/2006/main">
            <a:off x="6800850" y="4762500"/>
            <a:ext cx="66675" cy="876300"/>
          </a:xfrm>
          <a:prstGeom xmlns:a="http://schemas.openxmlformats.org/drawingml/2006/main" prst="rect">
            <a:avLst/>
          </a:prstGeom>
          <a:solidFill xmlns:a="http://schemas.openxmlformats.org/drawingml/2006/main">
            <a:srgbClr val="2D67B2"/>
          </a:solidFill>
          <a:ln xmlns:a="http://schemas.openxmlformats.org/drawingml/2006/main" w="0">
            <a:solidFill>
              <a:srgbClr val="2D67B2"/>
            </a:solidFill>
            <a:prstDash val="solid"/>
          </a:ln>
        </p:spPr>
      </p:sp>
      <p:sp>
        <p:nvSpPr>
          <p:cNvPr id="49" name="">
            <a:extLst xmlns:a="http://schemas.openxmlformats.org/drawingml/2006/main">
              <a:ext uri="{FF2B5EF4-FFF2-40B4-BE49-F238E27FC236}">
                <a16:creationId xmlns:a16="http://schemas.microsoft.com/office/drawing/2014/main" id="{7F3D7FCD-719D-4D8E-93B1-E1B515DF370F}"/>
              </a:ext>
            </a:extLst>
          </p:cNvPr>
          <p:cNvSpPr>
            <a:spLocks xmlns:a="http://schemas.openxmlformats.org/drawingml/2006/main" noGrp="1"/>
          </p:cNvSpPr>
          <p:nvPr/>
        </p:nvSpPr>
        <p:spPr>
          <a:xfrm xmlns:a="http://schemas.openxmlformats.org/drawingml/2006/main">
            <a:off x="6972300" y="4848225"/>
            <a:ext cx="43910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2235"/>
                </a:solidFill>
                <a:latin typeface="Arial"/>
                <a:ea typeface="Arial"/>
                <a:cs typeface="Arial"/>
              </a:defRPr>
            </a:defPPr>
            <a:lvl1pPr algn="l">
              <a:defRPr sz="1575" b="1">
                <a:solidFill>
                  <a:srgbClr val="102235"/>
                </a:solidFill>
                <a:latin typeface="Arial"/>
                <a:ea typeface="Arial"/>
                <a:cs typeface="Arial"/>
              </a:defRPr>
            </a:lvl1pPr>
            <a:lvl2pPr algn="l">
              <a:defRPr sz="1575" b="1">
                <a:solidFill>
                  <a:srgbClr val="102235"/>
                </a:solidFill>
                <a:latin typeface="Arial"/>
                <a:ea typeface="Arial"/>
                <a:cs typeface="Arial"/>
              </a:defRPr>
            </a:lvl2pPr>
            <a:lvl3pPr algn="l">
              <a:defRPr sz="1575" b="1">
                <a:solidFill>
                  <a:srgbClr val="102235"/>
                </a:solidFill>
                <a:latin typeface="Arial"/>
                <a:ea typeface="Arial"/>
                <a:cs typeface="Arial"/>
              </a:defRPr>
            </a:lvl3pPr>
            <a:lvl4pPr algn="l">
              <a:defRPr sz="1575" b="1">
                <a:solidFill>
                  <a:srgbClr val="102235"/>
                </a:solidFill>
                <a:latin typeface="Arial"/>
                <a:ea typeface="Arial"/>
                <a:cs typeface="Arial"/>
              </a:defRPr>
            </a:lvl4pPr>
            <a:lvl5pPr algn="l">
              <a:defRPr sz="1575" b="1">
                <a:solidFill>
                  <a:srgbClr val="102235"/>
                </a:solidFill>
                <a:latin typeface="Arial"/>
                <a:ea typeface="Arial"/>
                <a:cs typeface="Arial"/>
              </a:defRPr>
            </a:lvl5pPr>
            <a:lvl6pPr algn="l">
              <a:defRPr sz="1575" b="1">
                <a:solidFill>
                  <a:srgbClr val="102235"/>
                </a:solidFill>
                <a:latin typeface="Arial"/>
                <a:ea typeface="Arial"/>
                <a:cs typeface="Arial"/>
              </a:defRPr>
            </a:lvl6pPr>
            <a:lvl7pPr algn="l">
              <a:defRPr sz="1575" b="1">
                <a:solidFill>
                  <a:srgbClr val="102235"/>
                </a:solidFill>
                <a:latin typeface="Arial"/>
                <a:ea typeface="Arial"/>
                <a:cs typeface="Arial"/>
              </a:defRPr>
            </a:lvl7pPr>
            <a:lvl8pPr algn="l">
              <a:defRPr sz="1575" b="1">
                <a:solidFill>
                  <a:srgbClr val="102235"/>
                </a:solidFill>
                <a:latin typeface="Arial"/>
                <a:ea typeface="Arial"/>
                <a:cs typeface="Arial"/>
              </a:defRPr>
            </a:lvl8pPr>
            <a:lvl9pPr algn="l">
              <a:defRPr sz="1575" b="1">
                <a:solidFill>
                  <a:srgbClr val="102235"/>
                </a:solidFill>
                <a:latin typeface="Arial"/>
                <a:ea typeface="Arial"/>
                <a:cs typeface="Arial"/>
              </a:defRPr>
            </a:lvl9pPr>
          </a:lstStyle>
          <a:p xmlns:a="http://schemas.openxmlformats.org/drawingml/2006/main">
            <a:pPr algn="l">
              <a:defRPr sz="1575" b="1">
                <a:solidFill>
                  <a:srgbClr val="102235"/>
                </a:solidFill>
                <a:latin typeface="Arial"/>
                <a:ea typeface="Arial"/>
                <a:cs typeface="Arial"/>
              </a:defRPr>
            </a:pPr>
            <a:r>
              <a:rPr sz="1575" b="1">
                <a:solidFill>
                  <a:srgbClr val="102235"/>
                </a:solidFill>
                <a:latin typeface="Arial"/>
                <a:ea typeface="Arial"/>
                <a:cs typeface="Arial"/>
              </a:rPr>
              <a:t>rabbit-service</a:t>
            </a:r>
          </a:p>
        </p:txBody>
      </p:sp>
      <p:sp>
        <p:nvSpPr>
          <p:cNvPr id="50" name="">
            <a:extLst xmlns:a="http://schemas.openxmlformats.org/drawingml/2006/main">
              <a:ext uri="{FF2B5EF4-FFF2-40B4-BE49-F238E27FC236}">
                <a16:creationId xmlns:a16="http://schemas.microsoft.com/office/drawing/2014/main" id="{E2FF128A-DE47-4D54-A389-731FC77F74DA}"/>
              </a:ext>
            </a:extLst>
          </p:cNvPr>
          <p:cNvSpPr>
            <a:spLocks xmlns:a="http://schemas.openxmlformats.org/drawingml/2006/main" noGrp="1"/>
          </p:cNvSpPr>
          <p:nvPr/>
        </p:nvSpPr>
        <p:spPr>
          <a:xfrm xmlns:a="http://schemas.openxmlformats.org/drawingml/2006/main">
            <a:off x="6972300" y="5162550"/>
            <a:ext cx="43910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26879"/>
                </a:solidFill>
                <a:latin typeface="Arial"/>
                <a:ea typeface="Arial"/>
                <a:cs typeface="Arial"/>
              </a:defRPr>
            </a:defPPr>
            <a:lvl1pPr algn="l">
              <a:defRPr sz="1275" b="0">
                <a:solidFill>
                  <a:srgbClr val="526879"/>
                </a:solidFill>
                <a:latin typeface="Arial"/>
                <a:ea typeface="Arial"/>
                <a:cs typeface="Arial"/>
              </a:defRPr>
            </a:lvl1pPr>
            <a:lvl2pPr algn="l">
              <a:defRPr sz="1275" b="0">
                <a:solidFill>
                  <a:srgbClr val="526879"/>
                </a:solidFill>
                <a:latin typeface="Arial"/>
                <a:ea typeface="Arial"/>
                <a:cs typeface="Arial"/>
              </a:defRPr>
            </a:lvl2pPr>
            <a:lvl3pPr algn="l">
              <a:defRPr sz="1275" b="0">
                <a:solidFill>
                  <a:srgbClr val="526879"/>
                </a:solidFill>
                <a:latin typeface="Arial"/>
                <a:ea typeface="Arial"/>
                <a:cs typeface="Arial"/>
              </a:defRPr>
            </a:lvl3pPr>
            <a:lvl4pPr algn="l">
              <a:defRPr sz="1275" b="0">
                <a:solidFill>
                  <a:srgbClr val="526879"/>
                </a:solidFill>
                <a:latin typeface="Arial"/>
                <a:ea typeface="Arial"/>
                <a:cs typeface="Arial"/>
              </a:defRPr>
            </a:lvl4pPr>
            <a:lvl5pPr algn="l">
              <a:defRPr sz="1275" b="0">
                <a:solidFill>
                  <a:srgbClr val="526879"/>
                </a:solidFill>
                <a:latin typeface="Arial"/>
                <a:ea typeface="Arial"/>
                <a:cs typeface="Arial"/>
              </a:defRPr>
            </a:lvl5pPr>
            <a:lvl6pPr algn="l">
              <a:defRPr sz="1275" b="0">
                <a:solidFill>
                  <a:srgbClr val="526879"/>
                </a:solidFill>
                <a:latin typeface="Arial"/>
                <a:ea typeface="Arial"/>
                <a:cs typeface="Arial"/>
              </a:defRPr>
            </a:lvl6pPr>
            <a:lvl7pPr algn="l">
              <a:defRPr sz="1275" b="0">
                <a:solidFill>
                  <a:srgbClr val="526879"/>
                </a:solidFill>
                <a:latin typeface="Arial"/>
                <a:ea typeface="Arial"/>
                <a:cs typeface="Arial"/>
              </a:defRPr>
            </a:lvl7pPr>
            <a:lvl8pPr algn="l">
              <a:defRPr sz="1275" b="0">
                <a:solidFill>
                  <a:srgbClr val="526879"/>
                </a:solidFill>
                <a:latin typeface="Arial"/>
                <a:ea typeface="Arial"/>
                <a:cs typeface="Arial"/>
              </a:defRPr>
            </a:lvl8pPr>
            <a:lvl9pPr algn="l">
              <a:defRPr sz="1275" b="0">
                <a:solidFill>
                  <a:srgbClr val="526879"/>
                </a:solidFill>
                <a:latin typeface="Arial"/>
                <a:ea typeface="Arial"/>
                <a:cs typeface="Arial"/>
              </a:defRPr>
            </a:lvl9pPr>
          </a:lstStyle>
          <a:p xmlns:a="http://schemas.openxmlformats.org/drawingml/2006/main">
            <a:pPr algn="l">
              <a:defRPr sz="1275" b="0">
                <a:solidFill>
                  <a:srgbClr val="526879"/>
                </a:solidFill>
                <a:latin typeface="Arial"/>
                <a:ea typeface="Arial"/>
                <a:cs typeface="Arial"/>
              </a:defRPr>
            </a:pPr>
            <a:r>
              <a:rPr sz="1275" b="0">
                <a:solidFill>
                  <a:srgbClr val="526879"/>
                </a:solidFill>
                <a:latin typeface="Arial"/>
                <a:ea typeface="Arial"/>
                <a:cs typeface="Arial"/>
              </a:rPr>
              <a:t>Crear y eliminar colas,</a:t>
            </a:r>
          </a:p>
          <a:p xmlns:a="http://schemas.openxmlformats.org/drawingml/2006/main">
            <a:pPr algn="l">
              <a:defRPr sz="1275" b="0">
                <a:solidFill>
                  <a:srgbClr val="526879"/>
                </a:solidFill>
                <a:latin typeface="Arial"/>
                <a:ea typeface="Arial"/>
                <a:cs typeface="Arial"/>
              </a:defRPr>
            </a:pPr>
            <a:r>
              <a:rPr sz="1275" b="0">
                <a:solidFill>
                  <a:srgbClr val="526879"/>
                </a:solidFill>
                <a:latin typeface="Arial"/>
                <a:ea typeface="Arial"/>
                <a:cs typeface="Arial"/>
              </a:rPr>
              <a:t>exchanges y bindings</a:t>
            </a:r>
          </a:p>
        </p:txBody>
      </p:sp>
      <p:sp>
        <p:nvSpPr>
          <p:cNvPr id="51" name="">
            <a:extLst xmlns:a="http://schemas.openxmlformats.org/drawingml/2006/main">
              <a:ext uri="{FF2B5EF4-FFF2-40B4-BE49-F238E27FC236}">
                <a16:creationId xmlns:a16="http://schemas.microsoft.com/office/drawing/2014/main" id="{D1CF06D0-A9C2-4333-82C5-DF255BF94DAC}"/>
              </a:ext>
            </a:extLst>
          </p:cNvPr>
          <p:cNvSpPr>
            <a:spLocks xmlns:a="http://schemas.openxmlformats.org/drawingml/2006/main" noGrp="1"/>
          </p:cNvSpPr>
          <p:nvPr/>
        </p:nvSpPr>
        <p:spPr>
          <a:xfrm xmlns:a="http://schemas.openxmlformats.org/drawingml/2006/main">
            <a:off x="685800" y="5762625"/>
            <a:ext cx="762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Reintentos agotados: DLQ y registro ERROR</a:t>
            </a:r>
          </a:p>
        </p:txBody>
      </p:sp>
    </p:spTree>
    <p:extLst>
      <p:ext uri="{BB962C8B-B14F-4D97-AF65-F5344CB8AC3E}">
        <p14:creationId xmlns:p14="http://schemas.microsoft.com/office/powerpoint/2010/main" val="1105763150"/>
      </p:ext>
    </p:extLst>
  </p:cSld>
</p:sld>
</file>

<file path=ppt/slides/slide7.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22" name="slide-7-title">
            <a:extLst xmlns:a="http://schemas.openxmlformats.org/drawingml/2006/main">
              <a:ext uri="{FF2B5EF4-FFF2-40B4-BE49-F238E27FC236}">
                <a16:creationId xmlns:a16="http://schemas.microsoft.com/office/drawing/2014/main" id="{C727AD37-A662-4DEA-B2E1-9949C39214EF}"/>
              </a:ext>
            </a:extLst>
          </p:cNvPr>
          <p:cNvSpPr>
            <a:spLocks xmlns:a="http://schemas.openxmlformats.org/drawingml/2006/main" noGrp="1"/>
          </p:cNvSpPr>
          <p:nvPr/>
        </p:nvSpPr>
        <p:spPr>
          <a:xfrm xmlns:a="http://schemas.openxmlformats.org/drawingml/2006/main">
            <a:off x="590550" y="3429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235"/>
                </a:solidFill>
                <a:latin typeface="Arial"/>
                <a:ea typeface="Arial"/>
                <a:cs typeface="Arial"/>
              </a:defRPr>
            </a:defPPr>
            <a:lvl1pPr algn="l">
              <a:defRPr sz="3300" b="1">
                <a:solidFill>
                  <a:srgbClr val="102235"/>
                </a:solidFill>
                <a:latin typeface="Arial"/>
                <a:ea typeface="Arial"/>
                <a:cs typeface="Arial"/>
              </a:defRPr>
            </a:lvl1pPr>
            <a:lvl2pPr algn="l">
              <a:defRPr sz="3300" b="1">
                <a:solidFill>
                  <a:srgbClr val="102235"/>
                </a:solidFill>
                <a:latin typeface="Arial"/>
                <a:ea typeface="Arial"/>
                <a:cs typeface="Arial"/>
              </a:defRPr>
            </a:lvl2pPr>
            <a:lvl3pPr algn="l">
              <a:defRPr sz="3300" b="1">
                <a:solidFill>
                  <a:srgbClr val="102235"/>
                </a:solidFill>
                <a:latin typeface="Arial"/>
                <a:ea typeface="Arial"/>
                <a:cs typeface="Arial"/>
              </a:defRPr>
            </a:lvl3pPr>
            <a:lvl4pPr algn="l">
              <a:defRPr sz="3300" b="1">
                <a:solidFill>
                  <a:srgbClr val="102235"/>
                </a:solidFill>
                <a:latin typeface="Arial"/>
                <a:ea typeface="Arial"/>
                <a:cs typeface="Arial"/>
              </a:defRPr>
            </a:lvl4pPr>
            <a:lvl5pPr algn="l">
              <a:defRPr sz="3300" b="1">
                <a:solidFill>
                  <a:srgbClr val="102235"/>
                </a:solidFill>
                <a:latin typeface="Arial"/>
                <a:ea typeface="Arial"/>
                <a:cs typeface="Arial"/>
              </a:defRPr>
            </a:lvl5pPr>
            <a:lvl6pPr algn="l">
              <a:defRPr sz="3300" b="1">
                <a:solidFill>
                  <a:srgbClr val="102235"/>
                </a:solidFill>
                <a:latin typeface="Arial"/>
                <a:ea typeface="Arial"/>
                <a:cs typeface="Arial"/>
              </a:defRPr>
            </a:lvl6pPr>
            <a:lvl7pPr algn="l">
              <a:defRPr sz="3300" b="1">
                <a:solidFill>
                  <a:srgbClr val="102235"/>
                </a:solidFill>
                <a:latin typeface="Arial"/>
                <a:ea typeface="Arial"/>
                <a:cs typeface="Arial"/>
              </a:defRPr>
            </a:lvl7pPr>
            <a:lvl8pPr algn="l">
              <a:defRPr sz="3300" b="1">
                <a:solidFill>
                  <a:srgbClr val="102235"/>
                </a:solidFill>
                <a:latin typeface="Arial"/>
                <a:ea typeface="Arial"/>
                <a:cs typeface="Arial"/>
              </a:defRPr>
            </a:lvl8pPr>
            <a:lvl9pPr algn="l">
              <a:defRPr sz="3300" b="1">
                <a:solidFill>
                  <a:srgbClr val="102235"/>
                </a:solidFill>
                <a:latin typeface="Arial"/>
                <a:ea typeface="Arial"/>
                <a:cs typeface="Arial"/>
              </a:defRPr>
            </a:lvl9pPr>
          </a:lstStyle>
          <a:p xmlns:a="http://schemas.openxmlformats.org/drawingml/2006/main">
            <a:pPr algn="l">
              <a:defRPr sz="3300" b="1">
                <a:solidFill>
                  <a:srgbClr val="102235"/>
                </a:solidFill>
                <a:latin typeface="Arial"/>
                <a:ea typeface="Arial"/>
                <a:cs typeface="Arial"/>
              </a:defRPr>
            </a:pPr>
            <a:r>
              <a:rPr sz="3300" b="1">
                <a:solidFill>
                  <a:srgbClr val="102235"/>
                </a:solidFill>
                <a:latin typeface="Arial"/>
                <a:ea typeface="Arial"/>
                <a:cs typeface="Arial"/>
              </a:rPr>
              <a:t>Seguridad y despliegue en AWS</a:t>
            </a:r>
          </a:p>
        </p:txBody>
      </p:sp>
      <p:sp>
        <p:nvSpPr>
          <p:cNvPr id="2" name="">
            <a:extLst xmlns:a="http://schemas.openxmlformats.org/drawingml/2006/main">
              <a:ext uri="{FF2B5EF4-FFF2-40B4-BE49-F238E27FC236}">
                <a16:creationId xmlns:a16="http://schemas.microsoft.com/office/drawing/2014/main" id="{5AF64228-7745-48F3-80DB-BC0010926DCB}"/>
              </a:ext>
            </a:extLst>
          </p:cNvPr>
          <p:cNvSpPr>
            <a:spLocks xmlns:a="http://schemas.openxmlformats.org/drawingml/2006/main" noGrp="1"/>
          </p:cNvSpPr>
          <p:nvPr/>
        </p:nvSpPr>
        <p:spPr>
          <a:xfrm xmlns:a="http://schemas.openxmlformats.org/drawingml/2006/main">
            <a:off x="590550" y="1028700"/>
            <a:ext cx="800100" cy="47625"/>
          </a:xfrm>
          <a:prstGeom xmlns:a="http://schemas.openxmlformats.org/drawingml/2006/main" prst="rect">
            <a:avLst/>
          </a:prstGeom>
          <a:solidFill xmlns:a="http://schemas.openxmlformats.org/drawingml/2006/main">
            <a:srgbClr val="078C8C"/>
          </a:solidFill>
          <a:ln xmlns:a="http://schemas.openxmlformats.org/drawingml/2006/main" w="0">
            <a:solidFill>
              <a:srgbClr val="078C8C"/>
            </a:solidFill>
            <a:prstDash val="solid"/>
          </a:ln>
        </p:spPr>
      </p:sp>
      <p:sp>
        <p:nvSpPr>
          <p:cNvPr id="3" name="">
            <a:extLst xmlns:a="http://schemas.openxmlformats.org/drawingml/2006/main">
              <a:ext uri="{FF2B5EF4-FFF2-40B4-BE49-F238E27FC236}">
                <a16:creationId xmlns:a16="http://schemas.microsoft.com/office/drawing/2014/main" id="{2463DA1A-770C-46C9-9209-45ED93462879}"/>
              </a:ext>
            </a:extLst>
          </p:cNvPr>
          <p:cNvSpPr>
            <a:spLocks xmlns:a="http://schemas.openxmlformats.org/drawingml/2006/main" noGrp="1"/>
          </p:cNvSpPr>
          <p:nvPr/>
        </p:nvSpPr>
        <p:spPr>
          <a:xfrm xmlns:a="http://schemas.openxmlformats.org/drawingml/2006/main">
            <a:off x="10715625" y="47625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879"/>
                </a:solidFill>
                <a:latin typeface="Arial"/>
                <a:ea typeface="Arial"/>
                <a:cs typeface="Arial"/>
              </a:defRPr>
            </a:defPPr>
            <a:lvl1pPr algn="r">
              <a:defRPr sz="1125" b="1">
                <a:solidFill>
                  <a:srgbClr val="526879"/>
                </a:solidFill>
                <a:latin typeface="Arial"/>
                <a:ea typeface="Arial"/>
                <a:cs typeface="Arial"/>
              </a:defRPr>
            </a:lvl1pPr>
            <a:lvl2pPr algn="r">
              <a:defRPr sz="1125" b="1">
                <a:solidFill>
                  <a:srgbClr val="526879"/>
                </a:solidFill>
                <a:latin typeface="Arial"/>
                <a:ea typeface="Arial"/>
                <a:cs typeface="Arial"/>
              </a:defRPr>
            </a:lvl2pPr>
            <a:lvl3pPr algn="r">
              <a:defRPr sz="1125" b="1">
                <a:solidFill>
                  <a:srgbClr val="526879"/>
                </a:solidFill>
                <a:latin typeface="Arial"/>
                <a:ea typeface="Arial"/>
                <a:cs typeface="Arial"/>
              </a:defRPr>
            </a:lvl3pPr>
            <a:lvl4pPr algn="r">
              <a:defRPr sz="1125" b="1">
                <a:solidFill>
                  <a:srgbClr val="526879"/>
                </a:solidFill>
                <a:latin typeface="Arial"/>
                <a:ea typeface="Arial"/>
                <a:cs typeface="Arial"/>
              </a:defRPr>
            </a:lvl4pPr>
            <a:lvl5pPr algn="r">
              <a:defRPr sz="1125" b="1">
                <a:solidFill>
                  <a:srgbClr val="526879"/>
                </a:solidFill>
                <a:latin typeface="Arial"/>
                <a:ea typeface="Arial"/>
                <a:cs typeface="Arial"/>
              </a:defRPr>
            </a:lvl5pPr>
            <a:lvl6pPr algn="r">
              <a:defRPr sz="1125" b="1">
                <a:solidFill>
                  <a:srgbClr val="526879"/>
                </a:solidFill>
                <a:latin typeface="Arial"/>
                <a:ea typeface="Arial"/>
                <a:cs typeface="Arial"/>
              </a:defRPr>
            </a:lvl6pPr>
            <a:lvl7pPr algn="r">
              <a:defRPr sz="1125" b="1">
                <a:solidFill>
                  <a:srgbClr val="526879"/>
                </a:solidFill>
                <a:latin typeface="Arial"/>
                <a:ea typeface="Arial"/>
                <a:cs typeface="Arial"/>
              </a:defRPr>
            </a:lvl7pPr>
            <a:lvl8pPr algn="r">
              <a:defRPr sz="1125" b="1">
                <a:solidFill>
                  <a:srgbClr val="526879"/>
                </a:solidFill>
                <a:latin typeface="Arial"/>
                <a:ea typeface="Arial"/>
                <a:cs typeface="Arial"/>
              </a:defRPr>
            </a:lvl8pPr>
            <a:lvl9pPr algn="r">
              <a:defRPr sz="1125" b="1">
                <a:solidFill>
                  <a:srgbClr val="526879"/>
                </a:solidFill>
                <a:latin typeface="Arial"/>
                <a:ea typeface="Arial"/>
                <a:cs typeface="Arial"/>
              </a:defRPr>
            </a:lvl9pPr>
          </a:lstStyle>
          <a:p xmlns:a="http://schemas.openxmlformats.org/drawingml/2006/main">
            <a:pPr algn="r">
              <a:defRPr sz="1125" b="1">
                <a:solidFill>
                  <a:srgbClr val="526879"/>
                </a:solidFill>
                <a:latin typeface="Arial"/>
                <a:ea typeface="Arial"/>
                <a:cs typeface="Arial"/>
              </a:defRPr>
            </a:pPr>
            <a:r>
              <a:rPr sz="1125" b="1">
                <a:solidFill>
                  <a:srgbClr val="526879"/>
                </a:solidFill>
                <a:latin typeface="Arial"/>
                <a:ea typeface="Arial"/>
                <a:cs typeface="Arial"/>
              </a:rPr>
              <a:t>07 / 08</a:t>
            </a:r>
          </a:p>
        </p:txBody>
      </p:sp>
      <p:sp>
        <p:nvSpPr>
          <p:cNvPr id="4" name="">
            <a:extLst xmlns:a="http://schemas.openxmlformats.org/drawingml/2006/main">
              <a:ext uri="{FF2B5EF4-FFF2-40B4-BE49-F238E27FC236}">
                <a16:creationId xmlns:a16="http://schemas.microsoft.com/office/drawing/2014/main" id="{B2B93CCB-8223-4FEE-95E9-BBDACBA6F56D}"/>
              </a:ext>
            </a:extLst>
          </p:cNvPr>
          <p:cNvSpPr>
            <a:spLocks xmlns:a="http://schemas.openxmlformats.org/drawingml/2006/main" noGrp="1"/>
          </p:cNvSpPr>
          <p:nvPr/>
        </p:nvSpPr>
        <p:spPr>
          <a:xfrm xmlns:a="http://schemas.openxmlformats.org/drawingml/2006/main">
            <a:off x="685800" y="1438275"/>
            <a:ext cx="3000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02235"/>
                </a:solidFill>
                <a:latin typeface="Arial"/>
                <a:ea typeface="Arial"/>
                <a:cs typeface="Arial"/>
              </a:defRPr>
            </a:defPPr>
            <a:lvl1pPr algn="l">
              <a:defRPr sz="2100" b="1">
                <a:solidFill>
                  <a:srgbClr val="102235"/>
                </a:solidFill>
                <a:latin typeface="Arial"/>
                <a:ea typeface="Arial"/>
                <a:cs typeface="Arial"/>
              </a:defRPr>
            </a:lvl1pPr>
            <a:lvl2pPr algn="l">
              <a:defRPr sz="2100" b="1">
                <a:solidFill>
                  <a:srgbClr val="102235"/>
                </a:solidFill>
                <a:latin typeface="Arial"/>
                <a:ea typeface="Arial"/>
                <a:cs typeface="Arial"/>
              </a:defRPr>
            </a:lvl2pPr>
            <a:lvl3pPr algn="l">
              <a:defRPr sz="2100" b="1">
                <a:solidFill>
                  <a:srgbClr val="102235"/>
                </a:solidFill>
                <a:latin typeface="Arial"/>
                <a:ea typeface="Arial"/>
                <a:cs typeface="Arial"/>
              </a:defRPr>
            </a:lvl3pPr>
            <a:lvl4pPr algn="l">
              <a:defRPr sz="2100" b="1">
                <a:solidFill>
                  <a:srgbClr val="102235"/>
                </a:solidFill>
                <a:latin typeface="Arial"/>
                <a:ea typeface="Arial"/>
                <a:cs typeface="Arial"/>
              </a:defRPr>
            </a:lvl4pPr>
            <a:lvl5pPr algn="l">
              <a:defRPr sz="2100" b="1">
                <a:solidFill>
                  <a:srgbClr val="102235"/>
                </a:solidFill>
                <a:latin typeface="Arial"/>
                <a:ea typeface="Arial"/>
                <a:cs typeface="Arial"/>
              </a:defRPr>
            </a:lvl5pPr>
            <a:lvl6pPr algn="l">
              <a:defRPr sz="2100" b="1">
                <a:solidFill>
                  <a:srgbClr val="102235"/>
                </a:solidFill>
                <a:latin typeface="Arial"/>
                <a:ea typeface="Arial"/>
                <a:cs typeface="Arial"/>
              </a:defRPr>
            </a:lvl6pPr>
            <a:lvl7pPr algn="l">
              <a:defRPr sz="2100" b="1">
                <a:solidFill>
                  <a:srgbClr val="102235"/>
                </a:solidFill>
                <a:latin typeface="Arial"/>
                <a:ea typeface="Arial"/>
                <a:cs typeface="Arial"/>
              </a:defRPr>
            </a:lvl7pPr>
            <a:lvl8pPr algn="l">
              <a:defRPr sz="2100" b="1">
                <a:solidFill>
                  <a:srgbClr val="102235"/>
                </a:solidFill>
                <a:latin typeface="Arial"/>
                <a:ea typeface="Arial"/>
                <a:cs typeface="Arial"/>
              </a:defRPr>
            </a:lvl8pPr>
            <a:lvl9pPr algn="l">
              <a:defRPr sz="2100" b="1">
                <a:solidFill>
                  <a:srgbClr val="102235"/>
                </a:solidFill>
                <a:latin typeface="Arial"/>
                <a:ea typeface="Arial"/>
                <a:cs typeface="Arial"/>
              </a:defRPr>
            </a:lvl9pPr>
          </a:lstStyle>
          <a:p xmlns:a="http://schemas.openxmlformats.org/drawingml/2006/main">
            <a:pPr algn="l">
              <a:defRPr sz="2100" b="1">
                <a:solidFill>
                  <a:srgbClr val="102235"/>
                </a:solidFill>
                <a:latin typeface="Arial"/>
                <a:ea typeface="Arial"/>
                <a:cs typeface="Arial"/>
              </a:defRPr>
            </a:pPr>
            <a:r>
              <a:rPr sz="2100" b="1">
                <a:solidFill>
                  <a:srgbClr val="102235"/>
                </a:solidFill>
                <a:latin typeface="Arial"/>
                <a:ea typeface="Arial"/>
                <a:cs typeface="Arial"/>
              </a:rPr>
              <a:t>EC2 pública</a:t>
            </a:r>
          </a:p>
        </p:txBody>
      </p:sp>
      <p:sp>
        <p:nvSpPr>
          <p:cNvPr id="5" name="">
            <a:extLst xmlns:a="http://schemas.openxmlformats.org/drawingml/2006/main">
              <a:ext uri="{FF2B5EF4-FFF2-40B4-BE49-F238E27FC236}">
                <a16:creationId xmlns:a16="http://schemas.microsoft.com/office/drawing/2014/main" id="{3F4F8DEB-B73A-45AC-BD39-7B6E6EFCAC79}"/>
              </a:ext>
            </a:extLst>
          </p:cNvPr>
          <p:cNvSpPr>
            <a:spLocks xmlns:a="http://schemas.openxmlformats.org/drawingml/2006/main" noGrp="1"/>
          </p:cNvSpPr>
          <p:nvPr/>
        </p:nvSpPr>
        <p:spPr>
          <a:xfrm xmlns:a="http://schemas.openxmlformats.org/drawingml/2006/main">
            <a:off x="685800" y="21050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078C8C"/>
                </a:solidFill>
                <a:latin typeface="Arial"/>
                <a:ea typeface="Arial"/>
                <a:cs typeface="Arial"/>
              </a:defRPr>
            </a:defPPr>
            <a:lvl1pPr algn="l">
              <a:defRPr sz="1650" b="1">
                <a:solidFill>
                  <a:srgbClr val="078C8C"/>
                </a:solidFill>
                <a:latin typeface="Arial"/>
                <a:ea typeface="Arial"/>
                <a:cs typeface="Arial"/>
              </a:defRPr>
            </a:lvl1pPr>
            <a:lvl2pPr algn="l">
              <a:defRPr sz="1650" b="1">
                <a:solidFill>
                  <a:srgbClr val="078C8C"/>
                </a:solidFill>
                <a:latin typeface="Arial"/>
                <a:ea typeface="Arial"/>
                <a:cs typeface="Arial"/>
              </a:defRPr>
            </a:lvl2pPr>
            <a:lvl3pPr algn="l">
              <a:defRPr sz="1650" b="1">
                <a:solidFill>
                  <a:srgbClr val="078C8C"/>
                </a:solidFill>
                <a:latin typeface="Arial"/>
                <a:ea typeface="Arial"/>
                <a:cs typeface="Arial"/>
              </a:defRPr>
            </a:lvl3pPr>
            <a:lvl4pPr algn="l">
              <a:defRPr sz="1650" b="1">
                <a:solidFill>
                  <a:srgbClr val="078C8C"/>
                </a:solidFill>
                <a:latin typeface="Arial"/>
                <a:ea typeface="Arial"/>
                <a:cs typeface="Arial"/>
              </a:defRPr>
            </a:lvl4pPr>
            <a:lvl5pPr algn="l">
              <a:defRPr sz="1650" b="1">
                <a:solidFill>
                  <a:srgbClr val="078C8C"/>
                </a:solidFill>
                <a:latin typeface="Arial"/>
                <a:ea typeface="Arial"/>
                <a:cs typeface="Arial"/>
              </a:defRPr>
            </a:lvl5pPr>
            <a:lvl6pPr algn="l">
              <a:defRPr sz="1650" b="1">
                <a:solidFill>
                  <a:srgbClr val="078C8C"/>
                </a:solidFill>
                <a:latin typeface="Arial"/>
                <a:ea typeface="Arial"/>
                <a:cs typeface="Arial"/>
              </a:defRPr>
            </a:lvl6pPr>
            <a:lvl7pPr algn="l">
              <a:defRPr sz="1650" b="1">
                <a:solidFill>
                  <a:srgbClr val="078C8C"/>
                </a:solidFill>
                <a:latin typeface="Arial"/>
                <a:ea typeface="Arial"/>
                <a:cs typeface="Arial"/>
              </a:defRPr>
            </a:lvl7pPr>
            <a:lvl8pPr algn="l">
              <a:defRPr sz="1650" b="1">
                <a:solidFill>
                  <a:srgbClr val="078C8C"/>
                </a:solidFill>
                <a:latin typeface="Arial"/>
                <a:ea typeface="Arial"/>
                <a:cs typeface="Arial"/>
              </a:defRPr>
            </a:lvl8pPr>
            <a:lvl9pPr algn="l">
              <a:defRPr sz="1650" b="1">
                <a:solidFill>
                  <a:srgbClr val="078C8C"/>
                </a:solidFill>
                <a:latin typeface="Arial"/>
                <a:ea typeface="Arial"/>
                <a:cs typeface="Arial"/>
              </a:defRPr>
            </a:lvl9pPr>
          </a:lstStyle>
          <a:p xmlns:a="http://schemas.openxmlformats.org/drawingml/2006/main">
            <a:pPr algn="l">
              <a:defRPr sz="1650" b="1">
                <a:solidFill>
                  <a:srgbClr val="078C8C"/>
                </a:solidFill>
                <a:latin typeface="Arial"/>
                <a:ea typeface="Arial"/>
                <a:cs typeface="Arial"/>
              </a:defRPr>
            </a:pPr>
            <a:r>
              <a:rPr sz="1650" b="1">
                <a:solidFill>
                  <a:srgbClr val="078C8C"/>
                </a:solidFill>
                <a:latin typeface="Arial"/>
                <a:ea typeface="Arial"/>
                <a:cs typeface="Arial"/>
              </a:rPr>
              <a:t>Elastic IP</a:t>
            </a:r>
          </a:p>
        </p:txBody>
      </p:sp>
      <p:sp>
        <p:nvSpPr>
          <p:cNvPr id="6" name="">
            <a:extLst xmlns:a="http://schemas.openxmlformats.org/drawingml/2006/main">
              <a:ext uri="{FF2B5EF4-FFF2-40B4-BE49-F238E27FC236}">
                <a16:creationId xmlns:a16="http://schemas.microsoft.com/office/drawing/2014/main" id="{19B28ABB-1790-4E15-ADC6-B075DCCC89F2}"/>
              </a:ext>
            </a:extLst>
          </p:cNvPr>
          <p:cNvSpPr>
            <a:spLocks xmlns:a="http://schemas.openxmlformats.org/drawingml/2006/main" noGrp="1"/>
          </p:cNvSpPr>
          <p:nvPr/>
        </p:nvSpPr>
        <p:spPr>
          <a:xfrm xmlns:a="http://schemas.openxmlformats.org/drawingml/2006/main">
            <a:off x="685800" y="2486025"/>
            <a:ext cx="3190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Dirección estable para el sitio</a:t>
            </a:r>
          </a:p>
        </p:txBody>
      </p:sp>
      <p:sp>
        <p:nvSpPr>
          <p:cNvPr id="7" name="">
            <a:extLst xmlns:a="http://schemas.openxmlformats.org/drawingml/2006/main">
              <a:ext uri="{FF2B5EF4-FFF2-40B4-BE49-F238E27FC236}">
                <a16:creationId xmlns:a16="http://schemas.microsoft.com/office/drawing/2014/main" id="{65F51492-D910-43C2-AAEC-E85E492EC22F}"/>
              </a:ext>
            </a:extLst>
          </p:cNvPr>
          <p:cNvSpPr>
            <a:spLocks xmlns:a="http://schemas.openxmlformats.org/drawingml/2006/main" noGrp="1"/>
          </p:cNvSpPr>
          <p:nvPr/>
        </p:nvSpPr>
        <p:spPr>
          <a:xfrm xmlns:a="http://schemas.openxmlformats.org/drawingml/2006/main">
            <a:off x="685800" y="3057525"/>
            <a:ext cx="4191000" cy="9525"/>
          </a:xfrm>
          <a:prstGeom xmlns:a="http://schemas.openxmlformats.org/drawingml/2006/main" prst="rect">
            <a:avLst/>
          </a:prstGeom>
          <a:solidFill xmlns:a="http://schemas.openxmlformats.org/drawingml/2006/main">
            <a:srgbClr val="BED0DA"/>
          </a:solidFill>
          <a:ln xmlns:a="http://schemas.openxmlformats.org/drawingml/2006/main" w="9525">
            <a:solidFill>
              <a:srgbClr val="BED0DA"/>
            </a:solidFill>
            <a:prstDash val="solid"/>
          </a:ln>
        </p:spPr>
      </p:sp>
      <p:sp>
        <p:nvSpPr>
          <p:cNvPr id="8" name="">
            <a:extLst xmlns:a="http://schemas.openxmlformats.org/drawingml/2006/main">
              <a:ext uri="{FF2B5EF4-FFF2-40B4-BE49-F238E27FC236}">
                <a16:creationId xmlns:a16="http://schemas.microsoft.com/office/drawing/2014/main" id="{6EAA12FC-D181-4CE3-80DD-FAE1AF9439F3}"/>
              </a:ext>
            </a:extLst>
          </p:cNvPr>
          <p:cNvSpPr>
            <a:spLocks xmlns:a="http://schemas.openxmlformats.org/drawingml/2006/main" noGrp="1"/>
          </p:cNvSpPr>
          <p:nvPr/>
        </p:nvSpPr>
        <p:spPr>
          <a:xfrm xmlns:a="http://schemas.openxmlformats.org/drawingml/2006/main">
            <a:off x="685800" y="33528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078C8C"/>
                </a:solidFill>
                <a:latin typeface="Arial"/>
                <a:ea typeface="Arial"/>
                <a:cs typeface="Arial"/>
              </a:defRPr>
            </a:defPPr>
            <a:lvl1pPr algn="l">
              <a:defRPr sz="1650" b="1">
                <a:solidFill>
                  <a:srgbClr val="078C8C"/>
                </a:solidFill>
                <a:latin typeface="Arial"/>
                <a:ea typeface="Arial"/>
                <a:cs typeface="Arial"/>
              </a:defRPr>
            </a:lvl1pPr>
            <a:lvl2pPr algn="l">
              <a:defRPr sz="1650" b="1">
                <a:solidFill>
                  <a:srgbClr val="078C8C"/>
                </a:solidFill>
                <a:latin typeface="Arial"/>
                <a:ea typeface="Arial"/>
                <a:cs typeface="Arial"/>
              </a:defRPr>
            </a:lvl2pPr>
            <a:lvl3pPr algn="l">
              <a:defRPr sz="1650" b="1">
                <a:solidFill>
                  <a:srgbClr val="078C8C"/>
                </a:solidFill>
                <a:latin typeface="Arial"/>
                <a:ea typeface="Arial"/>
                <a:cs typeface="Arial"/>
              </a:defRPr>
            </a:lvl3pPr>
            <a:lvl4pPr algn="l">
              <a:defRPr sz="1650" b="1">
                <a:solidFill>
                  <a:srgbClr val="078C8C"/>
                </a:solidFill>
                <a:latin typeface="Arial"/>
                <a:ea typeface="Arial"/>
                <a:cs typeface="Arial"/>
              </a:defRPr>
            </a:lvl4pPr>
            <a:lvl5pPr algn="l">
              <a:defRPr sz="1650" b="1">
                <a:solidFill>
                  <a:srgbClr val="078C8C"/>
                </a:solidFill>
                <a:latin typeface="Arial"/>
                <a:ea typeface="Arial"/>
                <a:cs typeface="Arial"/>
              </a:defRPr>
            </a:lvl5pPr>
            <a:lvl6pPr algn="l">
              <a:defRPr sz="1650" b="1">
                <a:solidFill>
                  <a:srgbClr val="078C8C"/>
                </a:solidFill>
                <a:latin typeface="Arial"/>
                <a:ea typeface="Arial"/>
                <a:cs typeface="Arial"/>
              </a:defRPr>
            </a:lvl6pPr>
            <a:lvl7pPr algn="l">
              <a:defRPr sz="1650" b="1">
                <a:solidFill>
                  <a:srgbClr val="078C8C"/>
                </a:solidFill>
                <a:latin typeface="Arial"/>
                <a:ea typeface="Arial"/>
                <a:cs typeface="Arial"/>
              </a:defRPr>
            </a:lvl7pPr>
            <a:lvl8pPr algn="l">
              <a:defRPr sz="1650" b="1">
                <a:solidFill>
                  <a:srgbClr val="078C8C"/>
                </a:solidFill>
                <a:latin typeface="Arial"/>
                <a:ea typeface="Arial"/>
                <a:cs typeface="Arial"/>
              </a:defRPr>
            </a:lvl8pPr>
            <a:lvl9pPr algn="l">
              <a:defRPr sz="1650" b="1">
                <a:solidFill>
                  <a:srgbClr val="078C8C"/>
                </a:solidFill>
                <a:latin typeface="Arial"/>
                <a:ea typeface="Arial"/>
                <a:cs typeface="Arial"/>
              </a:defRPr>
            </a:lvl9pPr>
          </a:lstStyle>
          <a:p xmlns:a="http://schemas.openxmlformats.org/drawingml/2006/main">
            <a:pPr algn="l">
              <a:defRPr sz="1650" b="1">
                <a:solidFill>
                  <a:srgbClr val="078C8C"/>
                </a:solidFill>
                <a:latin typeface="Arial"/>
                <a:ea typeface="Arial"/>
                <a:cs typeface="Arial"/>
              </a:defRPr>
            </a:pPr>
            <a:r>
              <a:rPr sz="1650" b="1">
                <a:solidFill>
                  <a:srgbClr val="078C8C"/>
                </a:solidFill>
                <a:latin typeface="Arial"/>
                <a:ea typeface="Arial"/>
                <a:cs typeface="Arial"/>
              </a:rPr>
              <a:t>Security Group</a:t>
            </a:r>
          </a:p>
        </p:txBody>
      </p:sp>
      <p:sp>
        <p:nvSpPr>
          <p:cNvPr id="9" name="">
            <a:extLst xmlns:a="http://schemas.openxmlformats.org/drawingml/2006/main">
              <a:ext uri="{FF2B5EF4-FFF2-40B4-BE49-F238E27FC236}">
                <a16:creationId xmlns:a16="http://schemas.microsoft.com/office/drawing/2014/main" id="{69B0B8D4-0F22-47B6-AEE3-8ABC08551EA0}"/>
              </a:ext>
            </a:extLst>
          </p:cNvPr>
          <p:cNvSpPr>
            <a:spLocks xmlns:a="http://schemas.openxmlformats.org/drawingml/2006/main" noGrp="1"/>
          </p:cNvSpPr>
          <p:nvPr/>
        </p:nvSpPr>
        <p:spPr>
          <a:xfrm xmlns:a="http://schemas.openxmlformats.org/drawingml/2006/main">
            <a:off x="685800" y="3733800"/>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Reglas de entrada limitan los puertos expuestos.</a:t>
            </a:r>
          </a:p>
        </p:txBody>
      </p:sp>
      <p:sp>
        <p:nvSpPr>
          <p:cNvPr id="10" name="">
            <a:extLst xmlns:a="http://schemas.openxmlformats.org/drawingml/2006/main">
              <a:ext uri="{FF2B5EF4-FFF2-40B4-BE49-F238E27FC236}">
                <a16:creationId xmlns:a16="http://schemas.microsoft.com/office/drawing/2014/main" id="{761CBBAE-9366-437A-972D-3763AAC3B51E}"/>
              </a:ext>
            </a:extLst>
          </p:cNvPr>
          <p:cNvSpPr>
            <a:spLocks xmlns:a="http://schemas.openxmlformats.org/drawingml/2006/main" noGrp="1"/>
          </p:cNvSpPr>
          <p:nvPr/>
        </p:nvSpPr>
        <p:spPr>
          <a:xfrm xmlns:a="http://schemas.openxmlformats.org/drawingml/2006/main">
            <a:off x="685800" y="463867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02235"/>
                </a:solidFill>
                <a:latin typeface="Arial"/>
                <a:ea typeface="Arial"/>
                <a:cs typeface="Arial"/>
              </a:defRPr>
            </a:defPPr>
            <a:lvl1pPr algn="l">
              <a:defRPr sz="1650" b="1">
                <a:solidFill>
                  <a:srgbClr val="102235"/>
                </a:solidFill>
                <a:latin typeface="Arial"/>
                <a:ea typeface="Arial"/>
                <a:cs typeface="Arial"/>
              </a:defRPr>
            </a:lvl1pPr>
            <a:lvl2pPr algn="l">
              <a:defRPr sz="1650" b="1">
                <a:solidFill>
                  <a:srgbClr val="102235"/>
                </a:solidFill>
                <a:latin typeface="Arial"/>
                <a:ea typeface="Arial"/>
                <a:cs typeface="Arial"/>
              </a:defRPr>
            </a:lvl2pPr>
            <a:lvl3pPr algn="l">
              <a:defRPr sz="1650" b="1">
                <a:solidFill>
                  <a:srgbClr val="102235"/>
                </a:solidFill>
                <a:latin typeface="Arial"/>
                <a:ea typeface="Arial"/>
                <a:cs typeface="Arial"/>
              </a:defRPr>
            </a:lvl3pPr>
            <a:lvl4pPr algn="l">
              <a:defRPr sz="1650" b="1">
                <a:solidFill>
                  <a:srgbClr val="102235"/>
                </a:solidFill>
                <a:latin typeface="Arial"/>
                <a:ea typeface="Arial"/>
                <a:cs typeface="Arial"/>
              </a:defRPr>
            </a:lvl4pPr>
            <a:lvl5pPr algn="l">
              <a:defRPr sz="1650" b="1">
                <a:solidFill>
                  <a:srgbClr val="102235"/>
                </a:solidFill>
                <a:latin typeface="Arial"/>
                <a:ea typeface="Arial"/>
                <a:cs typeface="Arial"/>
              </a:defRPr>
            </a:lvl5pPr>
            <a:lvl6pPr algn="l">
              <a:defRPr sz="1650" b="1">
                <a:solidFill>
                  <a:srgbClr val="102235"/>
                </a:solidFill>
                <a:latin typeface="Arial"/>
                <a:ea typeface="Arial"/>
                <a:cs typeface="Arial"/>
              </a:defRPr>
            </a:lvl6pPr>
            <a:lvl7pPr algn="l">
              <a:defRPr sz="1650" b="1">
                <a:solidFill>
                  <a:srgbClr val="102235"/>
                </a:solidFill>
                <a:latin typeface="Arial"/>
                <a:ea typeface="Arial"/>
                <a:cs typeface="Arial"/>
              </a:defRPr>
            </a:lvl7pPr>
            <a:lvl8pPr algn="l">
              <a:defRPr sz="1650" b="1">
                <a:solidFill>
                  <a:srgbClr val="102235"/>
                </a:solidFill>
                <a:latin typeface="Arial"/>
                <a:ea typeface="Arial"/>
                <a:cs typeface="Arial"/>
              </a:defRPr>
            </a:lvl8pPr>
            <a:lvl9pPr algn="l">
              <a:defRPr sz="1650" b="1">
                <a:solidFill>
                  <a:srgbClr val="102235"/>
                </a:solidFill>
                <a:latin typeface="Arial"/>
                <a:ea typeface="Arial"/>
                <a:cs typeface="Arial"/>
              </a:defRPr>
            </a:lvl9pPr>
          </a:lstStyle>
          <a:p xmlns:a="http://schemas.openxmlformats.org/drawingml/2006/main">
            <a:pPr algn="l">
              <a:defRPr sz="1650" b="1">
                <a:solidFill>
                  <a:srgbClr val="102235"/>
                </a:solidFill>
                <a:latin typeface="Arial"/>
                <a:ea typeface="Arial"/>
                <a:cs typeface="Arial"/>
              </a:defRPr>
            </a:pPr>
            <a:r>
              <a:rPr sz="1650" b="1">
                <a:solidFill>
                  <a:srgbClr val="102235"/>
                </a:solidFill>
                <a:latin typeface="Arial"/>
                <a:ea typeface="Arial"/>
                <a:cs typeface="Arial"/>
              </a:rPr>
              <a:t>Nginx termina HTTPS</a:t>
            </a:r>
          </a:p>
        </p:txBody>
      </p:sp>
      <p:sp>
        <p:nvSpPr>
          <p:cNvPr id="11" name="">
            <a:extLst xmlns:a="http://schemas.openxmlformats.org/drawingml/2006/main">
              <a:ext uri="{FF2B5EF4-FFF2-40B4-BE49-F238E27FC236}">
                <a16:creationId xmlns:a16="http://schemas.microsoft.com/office/drawing/2014/main" id="{4325A194-EF2D-4583-9BC2-D6D59D69F9DC}"/>
              </a:ext>
            </a:extLst>
          </p:cNvPr>
          <p:cNvSpPr>
            <a:spLocks xmlns:a="http://schemas.openxmlformats.org/drawingml/2006/main" noGrp="1"/>
          </p:cNvSpPr>
          <p:nvPr/>
        </p:nvSpPr>
        <p:spPr>
          <a:xfrm xmlns:a="http://schemas.openxmlformats.org/drawingml/2006/main">
            <a:off x="685800" y="5019675"/>
            <a:ext cx="371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Certificado TLS para el acceso público</a:t>
            </a:r>
          </a:p>
        </p:txBody>
      </p:sp>
      <p:sp>
        <p:nvSpPr>
          <p:cNvPr id="12" name="">
            <a:extLst xmlns:a="http://schemas.openxmlformats.org/drawingml/2006/main">
              <a:ext uri="{FF2B5EF4-FFF2-40B4-BE49-F238E27FC236}">
                <a16:creationId xmlns:a16="http://schemas.microsoft.com/office/drawing/2014/main" id="{2FECC337-F355-4CC9-A994-3744AF62F02C}"/>
              </a:ext>
            </a:extLst>
          </p:cNvPr>
          <p:cNvSpPr>
            <a:spLocks xmlns:a="http://schemas.openxmlformats.org/drawingml/2006/main" noGrp="1"/>
          </p:cNvSpPr>
          <p:nvPr/>
        </p:nvSpPr>
        <p:spPr>
          <a:xfrm xmlns:a="http://schemas.openxmlformats.org/drawingml/2006/main">
            <a:off x="5695950" y="1466850"/>
            <a:ext cx="19050" cy="4038600"/>
          </a:xfrm>
          <a:prstGeom xmlns:a="http://schemas.openxmlformats.org/drawingml/2006/main" prst="rect">
            <a:avLst/>
          </a:prstGeom>
          <a:solidFill xmlns:a="http://schemas.openxmlformats.org/drawingml/2006/main">
            <a:srgbClr val="BED0DA"/>
          </a:solidFill>
          <a:ln xmlns:a="http://schemas.openxmlformats.org/drawingml/2006/main" w="0">
            <a:solidFill>
              <a:srgbClr val="BED0DA"/>
            </a:solidFill>
            <a:prstDash val="solid"/>
          </a:ln>
        </p:spPr>
      </p:sp>
      <p:sp>
        <p:nvSpPr>
          <p:cNvPr id="13" name="">
            <a:extLst xmlns:a="http://schemas.openxmlformats.org/drawingml/2006/main">
              <a:ext uri="{FF2B5EF4-FFF2-40B4-BE49-F238E27FC236}">
                <a16:creationId xmlns:a16="http://schemas.microsoft.com/office/drawing/2014/main" id="{A3AE0360-F336-48E3-A419-0A14FF8E4ACB}"/>
              </a:ext>
            </a:extLst>
          </p:cNvPr>
          <p:cNvSpPr>
            <a:spLocks xmlns:a="http://schemas.openxmlformats.org/drawingml/2006/main" noGrp="1"/>
          </p:cNvSpPr>
          <p:nvPr/>
        </p:nvSpPr>
        <p:spPr>
          <a:xfrm xmlns:a="http://schemas.openxmlformats.org/drawingml/2006/main">
            <a:off x="6191250" y="1438275"/>
            <a:ext cx="4476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02235"/>
                </a:solidFill>
                <a:latin typeface="Arial"/>
                <a:ea typeface="Arial"/>
                <a:cs typeface="Arial"/>
              </a:defRPr>
            </a:defPPr>
            <a:lvl1pPr algn="l">
              <a:defRPr sz="2100" b="1">
                <a:solidFill>
                  <a:srgbClr val="102235"/>
                </a:solidFill>
                <a:latin typeface="Arial"/>
                <a:ea typeface="Arial"/>
                <a:cs typeface="Arial"/>
              </a:defRPr>
            </a:lvl1pPr>
            <a:lvl2pPr algn="l">
              <a:defRPr sz="2100" b="1">
                <a:solidFill>
                  <a:srgbClr val="102235"/>
                </a:solidFill>
                <a:latin typeface="Arial"/>
                <a:ea typeface="Arial"/>
                <a:cs typeface="Arial"/>
              </a:defRPr>
            </a:lvl2pPr>
            <a:lvl3pPr algn="l">
              <a:defRPr sz="2100" b="1">
                <a:solidFill>
                  <a:srgbClr val="102235"/>
                </a:solidFill>
                <a:latin typeface="Arial"/>
                <a:ea typeface="Arial"/>
                <a:cs typeface="Arial"/>
              </a:defRPr>
            </a:lvl3pPr>
            <a:lvl4pPr algn="l">
              <a:defRPr sz="2100" b="1">
                <a:solidFill>
                  <a:srgbClr val="102235"/>
                </a:solidFill>
                <a:latin typeface="Arial"/>
                <a:ea typeface="Arial"/>
                <a:cs typeface="Arial"/>
              </a:defRPr>
            </a:lvl4pPr>
            <a:lvl5pPr algn="l">
              <a:defRPr sz="2100" b="1">
                <a:solidFill>
                  <a:srgbClr val="102235"/>
                </a:solidFill>
                <a:latin typeface="Arial"/>
                <a:ea typeface="Arial"/>
                <a:cs typeface="Arial"/>
              </a:defRPr>
            </a:lvl5pPr>
            <a:lvl6pPr algn="l">
              <a:defRPr sz="2100" b="1">
                <a:solidFill>
                  <a:srgbClr val="102235"/>
                </a:solidFill>
                <a:latin typeface="Arial"/>
                <a:ea typeface="Arial"/>
                <a:cs typeface="Arial"/>
              </a:defRPr>
            </a:lvl6pPr>
            <a:lvl7pPr algn="l">
              <a:defRPr sz="2100" b="1">
                <a:solidFill>
                  <a:srgbClr val="102235"/>
                </a:solidFill>
                <a:latin typeface="Arial"/>
                <a:ea typeface="Arial"/>
                <a:cs typeface="Arial"/>
              </a:defRPr>
            </a:lvl7pPr>
            <a:lvl8pPr algn="l">
              <a:defRPr sz="2100" b="1">
                <a:solidFill>
                  <a:srgbClr val="102235"/>
                </a:solidFill>
                <a:latin typeface="Arial"/>
                <a:ea typeface="Arial"/>
                <a:cs typeface="Arial"/>
              </a:defRPr>
            </a:lvl8pPr>
            <a:lvl9pPr algn="l">
              <a:defRPr sz="2100" b="1">
                <a:solidFill>
                  <a:srgbClr val="102235"/>
                </a:solidFill>
                <a:latin typeface="Arial"/>
                <a:ea typeface="Arial"/>
                <a:cs typeface="Arial"/>
              </a:defRPr>
            </a:lvl9pPr>
          </a:lstStyle>
          <a:p xmlns:a="http://schemas.openxmlformats.org/drawingml/2006/main">
            <a:pPr algn="l">
              <a:defRPr sz="2100" b="1">
                <a:solidFill>
                  <a:srgbClr val="102235"/>
                </a:solidFill>
                <a:latin typeface="Arial"/>
                <a:ea typeface="Arial"/>
                <a:cs typeface="Arial"/>
              </a:defRPr>
            </a:pPr>
            <a:r>
              <a:rPr sz="2100" b="1">
                <a:solidFill>
                  <a:srgbClr val="102235"/>
                </a:solidFill>
                <a:latin typeface="Arial"/>
                <a:ea typeface="Arial"/>
                <a:cs typeface="Arial"/>
              </a:rPr>
              <a:t>Validación JWT</a:t>
            </a:r>
          </a:p>
        </p:txBody>
      </p:sp>
      <p:sp>
        <p:nvSpPr>
          <p:cNvPr id="14" name="">
            <a:extLst xmlns:a="http://schemas.openxmlformats.org/drawingml/2006/main">
              <a:ext uri="{FF2B5EF4-FFF2-40B4-BE49-F238E27FC236}">
                <a16:creationId xmlns:a16="http://schemas.microsoft.com/office/drawing/2014/main" id="{6A43C724-64F7-4C74-8866-76E12B8FA5E3}"/>
              </a:ext>
            </a:extLst>
          </p:cNvPr>
          <p:cNvSpPr>
            <a:spLocks xmlns:a="http://schemas.openxmlformats.org/drawingml/2006/main" noGrp="1"/>
          </p:cNvSpPr>
          <p:nvPr/>
        </p:nvSpPr>
        <p:spPr>
          <a:xfrm xmlns:a="http://schemas.openxmlformats.org/drawingml/2006/main">
            <a:off x="6191250" y="1943100"/>
            <a:ext cx="4667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879"/>
                </a:solidFill>
                <a:latin typeface="Arial"/>
                <a:ea typeface="Arial"/>
                <a:cs typeface="Arial"/>
              </a:defRPr>
            </a:defPPr>
            <a:lvl1pPr algn="l">
              <a:defRPr sz="1350" b="0">
                <a:solidFill>
                  <a:srgbClr val="526879"/>
                </a:solidFill>
                <a:latin typeface="Arial"/>
                <a:ea typeface="Arial"/>
                <a:cs typeface="Arial"/>
              </a:defRPr>
            </a:lvl1pPr>
            <a:lvl2pPr algn="l">
              <a:defRPr sz="1350" b="0">
                <a:solidFill>
                  <a:srgbClr val="526879"/>
                </a:solidFill>
                <a:latin typeface="Arial"/>
                <a:ea typeface="Arial"/>
                <a:cs typeface="Arial"/>
              </a:defRPr>
            </a:lvl2pPr>
            <a:lvl3pPr algn="l">
              <a:defRPr sz="1350" b="0">
                <a:solidFill>
                  <a:srgbClr val="526879"/>
                </a:solidFill>
                <a:latin typeface="Arial"/>
                <a:ea typeface="Arial"/>
                <a:cs typeface="Arial"/>
              </a:defRPr>
            </a:lvl3pPr>
            <a:lvl4pPr algn="l">
              <a:defRPr sz="1350" b="0">
                <a:solidFill>
                  <a:srgbClr val="526879"/>
                </a:solidFill>
                <a:latin typeface="Arial"/>
                <a:ea typeface="Arial"/>
                <a:cs typeface="Arial"/>
              </a:defRPr>
            </a:lvl4pPr>
            <a:lvl5pPr algn="l">
              <a:defRPr sz="1350" b="0">
                <a:solidFill>
                  <a:srgbClr val="526879"/>
                </a:solidFill>
                <a:latin typeface="Arial"/>
                <a:ea typeface="Arial"/>
                <a:cs typeface="Arial"/>
              </a:defRPr>
            </a:lvl5pPr>
            <a:lvl6pPr algn="l">
              <a:defRPr sz="1350" b="0">
                <a:solidFill>
                  <a:srgbClr val="526879"/>
                </a:solidFill>
                <a:latin typeface="Arial"/>
                <a:ea typeface="Arial"/>
                <a:cs typeface="Arial"/>
              </a:defRPr>
            </a:lvl6pPr>
            <a:lvl7pPr algn="l">
              <a:defRPr sz="1350" b="0">
                <a:solidFill>
                  <a:srgbClr val="526879"/>
                </a:solidFill>
                <a:latin typeface="Arial"/>
                <a:ea typeface="Arial"/>
                <a:cs typeface="Arial"/>
              </a:defRPr>
            </a:lvl7pPr>
            <a:lvl8pPr algn="l">
              <a:defRPr sz="1350" b="0">
                <a:solidFill>
                  <a:srgbClr val="526879"/>
                </a:solidFill>
                <a:latin typeface="Arial"/>
                <a:ea typeface="Arial"/>
                <a:cs typeface="Arial"/>
              </a:defRPr>
            </a:lvl8pPr>
            <a:lvl9pPr algn="l">
              <a:defRPr sz="1350" b="0">
                <a:solidFill>
                  <a:srgbClr val="526879"/>
                </a:solidFill>
                <a:latin typeface="Arial"/>
                <a:ea typeface="Arial"/>
                <a:cs typeface="Arial"/>
              </a:defRPr>
            </a:lvl9pPr>
          </a:lstStyle>
          <a:p xmlns:a="http://schemas.openxmlformats.org/drawingml/2006/main">
            <a:pPr algn="l">
              <a:defRPr sz="1350" b="0">
                <a:solidFill>
                  <a:srgbClr val="526879"/>
                </a:solidFill>
                <a:latin typeface="Arial"/>
                <a:ea typeface="Arial"/>
                <a:cs typeface="Arial"/>
              </a:defRPr>
            </a:pPr>
            <a:r>
              <a:rPr sz="1350" b="0">
                <a:solidFill>
                  <a:srgbClr val="526879"/>
                </a:solidFill>
                <a:latin typeface="Arial"/>
                <a:ea typeface="Arial"/>
                <a:cs typeface="Arial"/>
              </a:rPr>
              <a:t>Prueba de acceso al API Gateway</a:t>
            </a:r>
          </a:p>
        </p:txBody>
      </p:sp>
      <p:sp>
        <p:nvSpPr>
          <p:cNvPr id="15" name="">
            <a:extLst xmlns:a="http://schemas.openxmlformats.org/drawingml/2006/main">
              <a:ext uri="{FF2B5EF4-FFF2-40B4-BE49-F238E27FC236}">
                <a16:creationId xmlns:a16="http://schemas.microsoft.com/office/drawing/2014/main" id="{24E6D4B4-740A-4D7C-AECB-0011F8184284}"/>
              </a:ext>
            </a:extLst>
          </p:cNvPr>
          <p:cNvSpPr>
            <a:spLocks xmlns:a="http://schemas.openxmlformats.org/drawingml/2006/main" noGrp="1"/>
          </p:cNvSpPr>
          <p:nvPr/>
        </p:nvSpPr>
        <p:spPr>
          <a:xfrm xmlns:a="http://schemas.openxmlformats.org/drawingml/2006/main">
            <a:off x="6191250" y="2686050"/>
            <a:ext cx="2095500" cy="1123950"/>
          </a:xfrm>
          <a:prstGeom xmlns:a="http://schemas.openxmlformats.org/drawingml/2006/main" prst="rect">
            <a:avLst/>
          </a:prstGeom>
          <a:solidFill xmlns:a="http://schemas.openxmlformats.org/drawingml/2006/main">
            <a:srgbClr val="FBE9E8"/>
          </a:solidFill>
          <a:ln xmlns:a="http://schemas.openxmlformats.org/drawingml/2006/main" w="14288">
            <a:solidFill>
              <a:srgbClr val="E6B9B6"/>
            </a:solidFill>
            <a:prstDash val="solid"/>
          </a:ln>
        </p:spPr>
      </p:sp>
      <p:sp>
        <p:nvSpPr>
          <p:cNvPr id="16" name="">
            <a:extLst xmlns:a="http://schemas.openxmlformats.org/drawingml/2006/main">
              <a:ext uri="{FF2B5EF4-FFF2-40B4-BE49-F238E27FC236}">
                <a16:creationId xmlns:a16="http://schemas.microsoft.com/office/drawing/2014/main" id="{A21C4A85-C846-466B-AB3A-B9D5491531A2}"/>
              </a:ext>
            </a:extLst>
          </p:cNvPr>
          <p:cNvSpPr>
            <a:spLocks xmlns:a="http://schemas.openxmlformats.org/drawingml/2006/main" noGrp="1"/>
          </p:cNvSpPr>
          <p:nvPr/>
        </p:nvSpPr>
        <p:spPr>
          <a:xfrm xmlns:a="http://schemas.openxmlformats.org/drawingml/2006/main">
            <a:off x="6381750" y="2800350"/>
            <a:ext cx="171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3150" b="1">
                <a:solidFill>
                  <a:srgbClr val="B64343"/>
                </a:solidFill>
                <a:latin typeface="Arial"/>
                <a:ea typeface="Arial"/>
                <a:cs typeface="Arial"/>
              </a:defRPr>
            </a:defPPr>
            <a:lvl1pPr algn="ctr">
              <a:defRPr sz="3150" b="1">
                <a:solidFill>
                  <a:srgbClr val="B64343"/>
                </a:solidFill>
                <a:latin typeface="Arial"/>
                <a:ea typeface="Arial"/>
                <a:cs typeface="Arial"/>
              </a:defRPr>
            </a:lvl1pPr>
            <a:lvl2pPr algn="ctr">
              <a:defRPr sz="3150" b="1">
                <a:solidFill>
                  <a:srgbClr val="B64343"/>
                </a:solidFill>
                <a:latin typeface="Arial"/>
                <a:ea typeface="Arial"/>
                <a:cs typeface="Arial"/>
              </a:defRPr>
            </a:lvl2pPr>
            <a:lvl3pPr algn="ctr">
              <a:defRPr sz="3150" b="1">
                <a:solidFill>
                  <a:srgbClr val="B64343"/>
                </a:solidFill>
                <a:latin typeface="Arial"/>
                <a:ea typeface="Arial"/>
                <a:cs typeface="Arial"/>
              </a:defRPr>
            </a:lvl3pPr>
            <a:lvl4pPr algn="ctr">
              <a:defRPr sz="3150" b="1">
                <a:solidFill>
                  <a:srgbClr val="B64343"/>
                </a:solidFill>
                <a:latin typeface="Arial"/>
                <a:ea typeface="Arial"/>
                <a:cs typeface="Arial"/>
              </a:defRPr>
            </a:lvl4pPr>
            <a:lvl5pPr algn="ctr">
              <a:defRPr sz="3150" b="1">
                <a:solidFill>
                  <a:srgbClr val="B64343"/>
                </a:solidFill>
                <a:latin typeface="Arial"/>
                <a:ea typeface="Arial"/>
                <a:cs typeface="Arial"/>
              </a:defRPr>
            </a:lvl5pPr>
            <a:lvl6pPr algn="ctr">
              <a:defRPr sz="3150" b="1">
                <a:solidFill>
                  <a:srgbClr val="B64343"/>
                </a:solidFill>
                <a:latin typeface="Arial"/>
                <a:ea typeface="Arial"/>
                <a:cs typeface="Arial"/>
              </a:defRPr>
            </a:lvl6pPr>
            <a:lvl7pPr algn="ctr">
              <a:defRPr sz="3150" b="1">
                <a:solidFill>
                  <a:srgbClr val="B64343"/>
                </a:solidFill>
                <a:latin typeface="Arial"/>
                <a:ea typeface="Arial"/>
                <a:cs typeface="Arial"/>
              </a:defRPr>
            </a:lvl7pPr>
            <a:lvl8pPr algn="ctr">
              <a:defRPr sz="3150" b="1">
                <a:solidFill>
                  <a:srgbClr val="B64343"/>
                </a:solidFill>
                <a:latin typeface="Arial"/>
                <a:ea typeface="Arial"/>
                <a:cs typeface="Arial"/>
              </a:defRPr>
            </a:lvl8pPr>
            <a:lvl9pPr algn="ctr">
              <a:defRPr sz="3150" b="1">
                <a:solidFill>
                  <a:srgbClr val="B64343"/>
                </a:solidFill>
                <a:latin typeface="Arial"/>
                <a:ea typeface="Arial"/>
                <a:cs typeface="Arial"/>
              </a:defRPr>
            </a:lvl9pPr>
          </a:lstStyle>
          <a:p xmlns:a="http://schemas.openxmlformats.org/drawingml/2006/main">
            <a:pPr algn="ctr">
              <a:defRPr sz="3150" b="1">
                <a:solidFill>
                  <a:srgbClr val="B64343"/>
                </a:solidFill>
                <a:latin typeface="Arial"/>
                <a:ea typeface="Arial"/>
                <a:cs typeface="Arial"/>
              </a:defRPr>
            </a:pPr>
            <a:r>
              <a:rPr sz="3150" b="1">
                <a:solidFill>
                  <a:srgbClr val="B64343"/>
                </a:solidFill>
                <a:latin typeface="Arial"/>
                <a:ea typeface="Arial"/>
                <a:cs typeface="Arial"/>
              </a:rPr>
              <a:t>401</a:t>
            </a:r>
          </a:p>
        </p:txBody>
      </p:sp>
      <p:sp>
        <p:nvSpPr>
          <p:cNvPr id="17" name="">
            <a:extLst xmlns:a="http://schemas.openxmlformats.org/drawingml/2006/main">
              <a:ext uri="{FF2B5EF4-FFF2-40B4-BE49-F238E27FC236}">
                <a16:creationId xmlns:a16="http://schemas.microsoft.com/office/drawing/2014/main" id="{04A15DC6-7C5B-409D-AB83-698D53469210}"/>
              </a:ext>
            </a:extLst>
          </p:cNvPr>
          <p:cNvSpPr>
            <a:spLocks xmlns:a="http://schemas.openxmlformats.org/drawingml/2006/main" noGrp="1"/>
          </p:cNvSpPr>
          <p:nvPr/>
        </p:nvSpPr>
        <p:spPr>
          <a:xfrm xmlns:a="http://schemas.openxmlformats.org/drawingml/2006/main">
            <a:off x="6381750" y="3333750"/>
            <a:ext cx="1714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172B3A"/>
                </a:solidFill>
                <a:latin typeface="Arial"/>
                <a:ea typeface="Arial"/>
                <a:cs typeface="Arial"/>
              </a:defRPr>
            </a:defPPr>
            <a:lvl1pPr algn="ctr">
              <a:defRPr sz="1350" b="0">
                <a:solidFill>
                  <a:srgbClr val="172B3A"/>
                </a:solidFill>
                <a:latin typeface="Arial"/>
                <a:ea typeface="Arial"/>
                <a:cs typeface="Arial"/>
              </a:defRPr>
            </a:lvl1pPr>
            <a:lvl2pPr algn="ctr">
              <a:defRPr sz="1350" b="0">
                <a:solidFill>
                  <a:srgbClr val="172B3A"/>
                </a:solidFill>
                <a:latin typeface="Arial"/>
                <a:ea typeface="Arial"/>
                <a:cs typeface="Arial"/>
              </a:defRPr>
            </a:lvl2pPr>
            <a:lvl3pPr algn="ctr">
              <a:defRPr sz="1350" b="0">
                <a:solidFill>
                  <a:srgbClr val="172B3A"/>
                </a:solidFill>
                <a:latin typeface="Arial"/>
                <a:ea typeface="Arial"/>
                <a:cs typeface="Arial"/>
              </a:defRPr>
            </a:lvl3pPr>
            <a:lvl4pPr algn="ctr">
              <a:defRPr sz="1350" b="0">
                <a:solidFill>
                  <a:srgbClr val="172B3A"/>
                </a:solidFill>
                <a:latin typeface="Arial"/>
                <a:ea typeface="Arial"/>
                <a:cs typeface="Arial"/>
              </a:defRPr>
            </a:lvl4pPr>
            <a:lvl5pPr algn="ctr">
              <a:defRPr sz="1350" b="0">
                <a:solidFill>
                  <a:srgbClr val="172B3A"/>
                </a:solidFill>
                <a:latin typeface="Arial"/>
                <a:ea typeface="Arial"/>
                <a:cs typeface="Arial"/>
              </a:defRPr>
            </a:lvl5pPr>
            <a:lvl6pPr algn="ctr">
              <a:defRPr sz="1350" b="0">
                <a:solidFill>
                  <a:srgbClr val="172B3A"/>
                </a:solidFill>
                <a:latin typeface="Arial"/>
                <a:ea typeface="Arial"/>
                <a:cs typeface="Arial"/>
              </a:defRPr>
            </a:lvl6pPr>
            <a:lvl7pPr algn="ctr">
              <a:defRPr sz="1350" b="0">
                <a:solidFill>
                  <a:srgbClr val="172B3A"/>
                </a:solidFill>
                <a:latin typeface="Arial"/>
                <a:ea typeface="Arial"/>
                <a:cs typeface="Arial"/>
              </a:defRPr>
            </a:lvl7pPr>
            <a:lvl8pPr algn="ctr">
              <a:defRPr sz="1350" b="0">
                <a:solidFill>
                  <a:srgbClr val="172B3A"/>
                </a:solidFill>
                <a:latin typeface="Arial"/>
                <a:ea typeface="Arial"/>
                <a:cs typeface="Arial"/>
              </a:defRPr>
            </a:lvl8pPr>
            <a:lvl9pPr algn="ctr">
              <a:defRPr sz="1350" b="0">
                <a:solidFill>
                  <a:srgbClr val="172B3A"/>
                </a:solidFill>
                <a:latin typeface="Arial"/>
                <a:ea typeface="Arial"/>
                <a:cs typeface="Arial"/>
              </a:defRPr>
            </a:lvl9pPr>
          </a:lstStyle>
          <a:p xmlns:a="http://schemas.openxmlformats.org/drawingml/2006/main">
            <a:pPr algn="ctr">
              <a:defRPr sz="1350" b="0">
                <a:solidFill>
                  <a:srgbClr val="172B3A"/>
                </a:solidFill>
                <a:latin typeface="Arial"/>
                <a:ea typeface="Arial"/>
                <a:cs typeface="Arial"/>
              </a:defRPr>
            </a:pPr>
            <a:r>
              <a:rPr sz="1350" b="0">
                <a:solidFill>
                  <a:srgbClr val="172B3A"/>
                </a:solidFill>
                <a:latin typeface="Arial"/>
                <a:ea typeface="Arial"/>
                <a:cs typeface="Arial"/>
              </a:rPr>
              <a:t>Sin token</a:t>
            </a:r>
          </a:p>
        </p:txBody>
      </p:sp>
      <p:sp>
        <p:nvSpPr>
          <p:cNvPr id="18" name="">
            <a:extLst xmlns:a="http://schemas.openxmlformats.org/drawingml/2006/main">
              <a:ext uri="{FF2B5EF4-FFF2-40B4-BE49-F238E27FC236}">
                <a16:creationId xmlns:a16="http://schemas.microsoft.com/office/drawing/2014/main" id="{036D030E-6A07-4B25-A101-F68FA251A51D}"/>
              </a:ext>
            </a:extLst>
          </p:cNvPr>
          <p:cNvSpPr>
            <a:spLocks xmlns:a="http://schemas.openxmlformats.org/drawingml/2006/main" noGrp="1"/>
          </p:cNvSpPr>
          <p:nvPr/>
        </p:nvSpPr>
        <p:spPr>
          <a:xfrm xmlns:a="http://schemas.openxmlformats.org/drawingml/2006/main">
            <a:off x="8763000" y="2686050"/>
            <a:ext cx="2095500" cy="1123950"/>
          </a:xfrm>
          <a:prstGeom xmlns:a="http://schemas.openxmlformats.org/drawingml/2006/main" prst="rect">
            <a:avLst/>
          </a:prstGeom>
          <a:solidFill xmlns:a="http://schemas.openxmlformats.org/drawingml/2006/main">
            <a:srgbClr val="E4F4EC"/>
          </a:solidFill>
          <a:ln xmlns:a="http://schemas.openxmlformats.org/drawingml/2006/main" w="14288">
            <a:solidFill>
              <a:srgbClr val="B4D8C5"/>
            </a:solidFill>
            <a:prstDash val="solid"/>
          </a:ln>
        </p:spPr>
      </p:sp>
      <p:sp>
        <p:nvSpPr>
          <p:cNvPr id="19" name="">
            <a:extLst xmlns:a="http://schemas.openxmlformats.org/drawingml/2006/main">
              <a:ext uri="{FF2B5EF4-FFF2-40B4-BE49-F238E27FC236}">
                <a16:creationId xmlns:a16="http://schemas.microsoft.com/office/drawing/2014/main" id="{38645496-E186-4C08-880E-33DD2E8D163C}"/>
              </a:ext>
            </a:extLst>
          </p:cNvPr>
          <p:cNvSpPr>
            <a:spLocks xmlns:a="http://schemas.openxmlformats.org/drawingml/2006/main" noGrp="1"/>
          </p:cNvSpPr>
          <p:nvPr/>
        </p:nvSpPr>
        <p:spPr>
          <a:xfrm xmlns:a="http://schemas.openxmlformats.org/drawingml/2006/main">
            <a:off x="8953500" y="2800350"/>
            <a:ext cx="171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3150" b="1">
                <a:solidFill>
                  <a:srgbClr val="18875D"/>
                </a:solidFill>
                <a:latin typeface="Arial"/>
                <a:ea typeface="Arial"/>
                <a:cs typeface="Arial"/>
              </a:defRPr>
            </a:defPPr>
            <a:lvl1pPr algn="ctr">
              <a:defRPr sz="3150" b="1">
                <a:solidFill>
                  <a:srgbClr val="18875D"/>
                </a:solidFill>
                <a:latin typeface="Arial"/>
                <a:ea typeface="Arial"/>
                <a:cs typeface="Arial"/>
              </a:defRPr>
            </a:lvl1pPr>
            <a:lvl2pPr algn="ctr">
              <a:defRPr sz="3150" b="1">
                <a:solidFill>
                  <a:srgbClr val="18875D"/>
                </a:solidFill>
                <a:latin typeface="Arial"/>
                <a:ea typeface="Arial"/>
                <a:cs typeface="Arial"/>
              </a:defRPr>
            </a:lvl2pPr>
            <a:lvl3pPr algn="ctr">
              <a:defRPr sz="3150" b="1">
                <a:solidFill>
                  <a:srgbClr val="18875D"/>
                </a:solidFill>
                <a:latin typeface="Arial"/>
                <a:ea typeface="Arial"/>
                <a:cs typeface="Arial"/>
              </a:defRPr>
            </a:lvl3pPr>
            <a:lvl4pPr algn="ctr">
              <a:defRPr sz="3150" b="1">
                <a:solidFill>
                  <a:srgbClr val="18875D"/>
                </a:solidFill>
                <a:latin typeface="Arial"/>
                <a:ea typeface="Arial"/>
                <a:cs typeface="Arial"/>
              </a:defRPr>
            </a:lvl4pPr>
            <a:lvl5pPr algn="ctr">
              <a:defRPr sz="3150" b="1">
                <a:solidFill>
                  <a:srgbClr val="18875D"/>
                </a:solidFill>
                <a:latin typeface="Arial"/>
                <a:ea typeface="Arial"/>
                <a:cs typeface="Arial"/>
              </a:defRPr>
            </a:lvl5pPr>
            <a:lvl6pPr algn="ctr">
              <a:defRPr sz="3150" b="1">
                <a:solidFill>
                  <a:srgbClr val="18875D"/>
                </a:solidFill>
                <a:latin typeface="Arial"/>
                <a:ea typeface="Arial"/>
                <a:cs typeface="Arial"/>
              </a:defRPr>
            </a:lvl6pPr>
            <a:lvl7pPr algn="ctr">
              <a:defRPr sz="3150" b="1">
                <a:solidFill>
                  <a:srgbClr val="18875D"/>
                </a:solidFill>
                <a:latin typeface="Arial"/>
                <a:ea typeface="Arial"/>
                <a:cs typeface="Arial"/>
              </a:defRPr>
            </a:lvl7pPr>
            <a:lvl8pPr algn="ctr">
              <a:defRPr sz="3150" b="1">
                <a:solidFill>
                  <a:srgbClr val="18875D"/>
                </a:solidFill>
                <a:latin typeface="Arial"/>
                <a:ea typeface="Arial"/>
                <a:cs typeface="Arial"/>
              </a:defRPr>
            </a:lvl8pPr>
            <a:lvl9pPr algn="ctr">
              <a:defRPr sz="3150" b="1">
                <a:solidFill>
                  <a:srgbClr val="18875D"/>
                </a:solidFill>
                <a:latin typeface="Arial"/>
                <a:ea typeface="Arial"/>
                <a:cs typeface="Arial"/>
              </a:defRPr>
            </a:lvl9pPr>
          </a:lstStyle>
          <a:p xmlns:a="http://schemas.openxmlformats.org/drawingml/2006/main">
            <a:pPr algn="ctr">
              <a:defRPr sz="3150" b="1">
                <a:solidFill>
                  <a:srgbClr val="18875D"/>
                </a:solidFill>
                <a:latin typeface="Arial"/>
                <a:ea typeface="Arial"/>
                <a:cs typeface="Arial"/>
              </a:defRPr>
            </a:pPr>
            <a:r>
              <a:rPr sz="3150" b="1">
                <a:solidFill>
                  <a:srgbClr val="18875D"/>
                </a:solidFill>
                <a:latin typeface="Arial"/>
                <a:ea typeface="Arial"/>
                <a:cs typeface="Arial"/>
              </a:rPr>
              <a:t>200</a:t>
            </a:r>
          </a:p>
        </p:txBody>
      </p:sp>
      <p:sp>
        <p:nvSpPr>
          <p:cNvPr id="20" name="">
            <a:extLst xmlns:a="http://schemas.openxmlformats.org/drawingml/2006/main">
              <a:ext uri="{FF2B5EF4-FFF2-40B4-BE49-F238E27FC236}">
                <a16:creationId xmlns:a16="http://schemas.microsoft.com/office/drawing/2014/main" id="{6DF7D36A-4106-4168-9B14-51B4A25A8057}"/>
              </a:ext>
            </a:extLst>
          </p:cNvPr>
          <p:cNvSpPr>
            <a:spLocks xmlns:a="http://schemas.openxmlformats.org/drawingml/2006/main" noGrp="1"/>
          </p:cNvSpPr>
          <p:nvPr/>
        </p:nvSpPr>
        <p:spPr>
          <a:xfrm xmlns:a="http://schemas.openxmlformats.org/drawingml/2006/main">
            <a:off x="8953500" y="3333750"/>
            <a:ext cx="1714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172B3A"/>
                </a:solidFill>
                <a:latin typeface="Arial"/>
                <a:ea typeface="Arial"/>
                <a:cs typeface="Arial"/>
              </a:defRPr>
            </a:defPPr>
            <a:lvl1pPr algn="ctr">
              <a:defRPr sz="1350" b="0">
                <a:solidFill>
                  <a:srgbClr val="172B3A"/>
                </a:solidFill>
                <a:latin typeface="Arial"/>
                <a:ea typeface="Arial"/>
                <a:cs typeface="Arial"/>
              </a:defRPr>
            </a:lvl1pPr>
            <a:lvl2pPr algn="ctr">
              <a:defRPr sz="1350" b="0">
                <a:solidFill>
                  <a:srgbClr val="172B3A"/>
                </a:solidFill>
                <a:latin typeface="Arial"/>
                <a:ea typeface="Arial"/>
                <a:cs typeface="Arial"/>
              </a:defRPr>
            </a:lvl2pPr>
            <a:lvl3pPr algn="ctr">
              <a:defRPr sz="1350" b="0">
                <a:solidFill>
                  <a:srgbClr val="172B3A"/>
                </a:solidFill>
                <a:latin typeface="Arial"/>
                <a:ea typeface="Arial"/>
                <a:cs typeface="Arial"/>
              </a:defRPr>
            </a:lvl3pPr>
            <a:lvl4pPr algn="ctr">
              <a:defRPr sz="1350" b="0">
                <a:solidFill>
                  <a:srgbClr val="172B3A"/>
                </a:solidFill>
                <a:latin typeface="Arial"/>
                <a:ea typeface="Arial"/>
                <a:cs typeface="Arial"/>
              </a:defRPr>
            </a:lvl4pPr>
            <a:lvl5pPr algn="ctr">
              <a:defRPr sz="1350" b="0">
                <a:solidFill>
                  <a:srgbClr val="172B3A"/>
                </a:solidFill>
                <a:latin typeface="Arial"/>
                <a:ea typeface="Arial"/>
                <a:cs typeface="Arial"/>
              </a:defRPr>
            </a:lvl5pPr>
            <a:lvl6pPr algn="ctr">
              <a:defRPr sz="1350" b="0">
                <a:solidFill>
                  <a:srgbClr val="172B3A"/>
                </a:solidFill>
                <a:latin typeface="Arial"/>
                <a:ea typeface="Arial"/>
                <a:cs typeface="Arial"/>
              </a:defRPr>
            </a:lvl6pPr>
            <a:lvl7pPr algn="ctr">
              <a:defRPr sz="1350" b="0">
                <a:solidFill>
                  <a:srgbClr val="172B3A"/>
                </a:solidFill>
                <a:latin typeface="Arial"/>
                <a:ea typeface="Arial"/>
                <a:cs typeface="Arial"/>
              </a:defRPr>
            </a:lvl7pPr>
            <a:lvl8pPr algn="ctr">
              <a:defRPr sz="1350" b="0">
                <a:solidFill>
                  <a:srgbClr val="172B3A"/>
                </a:solidFill>
                <a:latin typeface="Arial"/>
                <a:ea typeface="Arial"/>
                <a:cs typeface="Arial"/>
              </a:defRPr>
            </a:lvl8pPr>
            <a:lvl9pPr algn="ctr">
              <a:defRPr sz="1350" b="0">
                <a:solidFill>
                  <a:srgbClr val="172B3A"/>
                </a:solidFill>
                <a:latin typeface="Arial"/>
                <a:ea typeface="Arial"/>
                <a:cs typeface="Arial"/>
              </a:defRPr>
            </a:lvl9pPr>
          </a:lstStyle>
          <a:p xmlns:a="http://schemas.openxmlformats.org/drawingml/2006/main">
            <a:pPr algn="ctr">
              <a:defRPr sz="1350" b="0">
                <a:solidFill>
                  <a:srgbClr val="172B3A"/>
                </a:solidFill>
                <a:latin typeface="Arial"/>
                <a:ea typeface="Arial"/>
                <a:cs typeface="Arial"/>
              </a:defRPr>
            </a:pPr>
            <a:r>
              <a:rPr sz="1350" b="0">
                <a:solidFill>
                  <a:srgbClr val="172B3A"/>
                </a:solidFill>
                <a:latin typeface="Arial"/>
                <a:ea typeface="Arial"/>
                <a:cs typeface="Arial"/>
              </a:rPr>
              <a:t>Con JWT válido</a:t>
            </a:r>
          </a:p>
        </p:txBody>
      </p:sp>
      <p:sp>
        <p:nvSpPr>
          <p:cNvPr id="21" name="">
            <a:extLst xmlns:a="http://schemas.openxmlformats.org/drawingml/2006/main">
              <a:ext uri="{FF2B5EF4-FFF2-40B4-BE49-F238E27FC236}">
                <a16:creationId xmlns:a16="http://schemas.microsoft.com/office/drawing/2014/main" id="{7EEA49DC-5A3E-4542-B2C3-AE4977BDFFD9}"/>
              </a:ext>
            </a:extLst>
          </p:cNvPr>
          <p:cNvSpPr>
            <a:spLocks xmlns:a="http://schemas.openxmlformats.org/drawingml/2006/main" noGrp="1"/>
          </p:cNvSpPr>
          <p:nvPr/>
        </p:nvSpPr>
        <p:spPr>
          <a:xfrm xmlns:a="http://schemas.openxmlformats.org/drawingml/2006/main">
            <a:off x="6191250" y="4333875"/>
            <a:ext cx="4762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26879"/>
                </a:solidFill>
                <a:latin typeface="Arial"/>
                <a:ea typeface="Arial"/>
                <a:cs typeface="Arial"/>
              </a:defRPr>
            </a:defPPr>
            <a:lvl1pPr algn="l">
              <a:defRPr sz="1500" b="0">
                <a:solidFill>
                  <a:srgbClr val="526879"/>
                </a:solidFill>
                <a:latin typeface="Arial"/>
                <a:ea typeface="Arial"/>
                <a:cs typeface="Arial"/>
              </a:defRPr>
            </a:lvl1pPr>
            <a:lvl2pPr algn="l">
              <a:defRPr sz="1500" b="0">
                <a:solidFill>
                  <a:srgbClr val="526879"/>
                </a:solidFill>
                <a:latin typeface="Arial"/>
                <a:ea typeface="Arial"/>
                <a:cs typeface="Arial"/>
              </a:defRPr>
            </a:lvl2pPr>
            <a:lvl3pPr algn="l">
              <a:defRPr sz="1500" b="0">
                <a:solidFill>
                  <a:srgbClr val="526879"/>
                </a:solidFill>
                <a:latin typeface="Arial"/>
                <a:ea typeface="Arial"/>
                <a:cs typeface="Arial"/>
              </a:defRPr>
            </a:lvl3pPr>
            <a:lvl4pPr algn="l">
              <a:defRPr sz="1500" b="0">
                <a:solidFill>
                  <a:srgbClr val="526879"/>
                </a:solidFill>
                <a:latin typeface="Arial"/>
                <a:ea typeface="Arial"/>
                <a:cs typeface="Arial"/>
              </a:defRPr>
            </a:lvl4pPr>
            <a:lvl5pPr algn="l">
              <a:defRPr sz="1500" b="0">
                <a:solidFill>
                  <a:srgbClr val="526879"/>
                </a:solidFill>
                <a:latin typeface="Arial"/>
                <a:ea typeface="Arial"/>
                <a:cs typeface="Arial"/>
              </a:defRPr>
            </a:lvl5pPr>
            <a:lvl6pPr algn="l">
              <a:defRPr sz="1500" b="0">
                <a:solidFill>
                  <a:srgbClr val="526879"/>
                </a:solidFill>
                <a:latin typeface="Arial"/>
                <a:ea typeface="Arial"/>
                <a:cs typeface="Arial"/>
              </a:defRPr>
            </a:lvl6pPr>
            <a:lvl7pPr algn="l">
              <a:defRPr sz="1500" b="0">
                <a:solidFill>
                  <a:srgbClr val="526879"/>
                </a:solidFill>
                <a:latin typeface="Arial"/>
                <a:ea typeface="Arial"/>
                <a:cs typeface="Arial"/>
              </a:defRPr>
            </a:lvl7pPr>
            <a:lvl8pPr algn="l">
              <a:defRPr sz="1500" b="0">
                <a:solidFill>
                  <a:srgbClr val="526879"/>
                </a:solidFill>
                <a:latin typeface="Arial"/>
                <a:ea typeface="Arial"/>
                <a:cs typeface="Arial"/>
              </a:defRPr>
            </a:lvl8pPr>
            <a:lvl9pPr algn="l">
              <a:defRPr sz="1500" b="0">
                <a:solidFill>
                  <a:srgbClr val="526879"/>
                </a:solidFill>
                <a:latin typeface="Arial"/>
                <a:ea typeface="Arial"/>
                <a:cs typeface="Arial"/>
              </a:defRPr>
            </a:lvl9pPr>
          </a:lstStyle>
          <a:p xmlns:a="http://schemas.openxmlformats.org/drawingml/2006/main">
            <a:pPr algn="l">
              <a:defRPr sz="1500" b="0">
                <a:solidFill>
                  <a:srgbClr val="526879"/>
                </a:solidFill>
                <a:latin typeface="Arial"/>
                <a:ea typeface="Arial"/>
                <a:cs typeface="Arial"/>
              </a:defRPr>
            </a:pPr>
            <a:r>
              <a:rPr sz="1500" b="0">
                <a:solidFill>
                  <a:srgbClr val="526879"/>
                </a:solidFill>
                <a:latin typeface="Arial"/>
                <a:ea typeface="Arial"/>
                <a:cs typeface="Arial"/>
              </a:rPr>
              <a:t>Entra ID emite el token y API Gateway valida issuer, audiencia y firma.</a:t>
            </a:r>
          </a:p>
        </p:txBody>
      </p:sp>
    </p:spTree>
    <p:extLst>
      <p:ext uri="{BB962C8B-B14F-4D97-AF65-F5344CB8AC3E}">
        <p14:creationId xmlns:p14="http://schemas.microsoft.com/office/powerpoint/2010/main" val="2049014061"/>
      </p:ext>
    </p:extLst>
  </p:cSld>
</p:sld>
</file>

<file path=ppt/slides/slide8.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10" name="slide-8-title">
            <a:extLst xmlns:a="http://schemas.openxmlformats.org/drawingml/2006/main">
              <a:ext uri="{FF2B5EF4-FFF2-40B4-BE49-F238E27FC236}">
                <a16:creationId xmlns:a16="http://schemas.microsoft.com/office/drawing/2014/main" id="{EC35CE29-125B-4822-9565-3B87F6D8E824}"/>
              </a:ext>
            </a:extLst>
          </p:cNvPr>
          <p:cNvSpPr>
            <a:spLocks xmlns:a="http://schemas.openxmlformats.org/drawingml/2006/main" noGrp="1"/>
          </p:cNvSpPr>
          <p:nvPr/>
        </p:nvSpPr>
        <p:spPr>
          <a:xfrm xmlns:a="http://schemas.openxmlformats.org/drawingml/2006/main">
            <a:off x="590550" y="3429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02235"/>
                </a:solidFill>
                <a:latin typeface="Arial"/>
                <a:ea typeface="Arial"/>
                <a:cs typeface="Arial"/>
              </a:defRPr>
            </a:defPPr>
            <a:lvl1pPr algn="l">
              <a:defRPr sz="3300" b="1">
                <a:solidFill>
                  <a:srgbClr val="102235"/>
                </a:solidFill>
                <a:latin typeface="Arial"/>
                <a:ea typeface="Arial"/>
                <a:cs typeface="Arial"/>
              </a:defRPr>
            </a:lvl1pPr>
            <a:lvl2pPr algn="l">
              <a:defRPr sz="3300" b="1">
                <a:solidFill>
                  <a:srgbClr val="102235"/>
                </a:solidFill>
                <a:latin typeface="Arial"/>
                <a:ea typeface="Arial"/>
                <a:cs typeface="Arial"/>
              </a:defRPr>
            </a:lvl2pPr>
            <a:lvl3pPr algn="l">
              <a:defRPr sz="3300" b="1">
                <a:solidFill>
                  <a:srgbClr val="102235"/>
                </a:solidFill>
                <a:latin typeface="Arial"/>
                <a:ea typeface="Arial"/>
                <a:cs typeface="Arial"/>
              </a:defRPr>
            </a:lvl3pPr>
            <a:lvl4pPr algn="l">
              <a:defRPr sz="3300" b="1">
                <a:solidFill>
                  <a:srgbClr val="102235"/>
                </a:solidFill>
                <a:latin typeface="Arial"/>
                <a:ea typeface="Arial"/>
                <a:cs typeface="Arial"/>
              </a:defRPr>
            </a:lvl4pPr>
            <a:lvl5pPr algn="l">
              <a:defRPr sz="3300" b="1">
                <a:solidFill>
                  <a:srgbClr val="102235"/>
                </a:solidFill>
                <a:latin typeface="Arial"/>
                <a:ea typeface="Arial"/>
                <a:cs typeface="Arial"/>
              </a:defRPr>
            </a:lvl5pPr>
            <a:lvl6pPr algn="l">
              <a:defRPr sz="3300" b="1">
                <a:solidFill>
                  <a:srgbClr val="102235"/>
                </a:solidFill>
                <a:latin typeface="Arial"/>
                <a:ea typeface="Arial"/>
                <a:cs typeface="Arial"/>
              </a:defRPr>
            </a:lvl6pPr>
            <a:lvl7pPr algn="l">
              <a:defRPr sz="3300" b="1">
                <a:solidFill>
                  <a:srgbClr val="102235"/>
                </a:solidFill>
                <a:latin typeface="Arial"/>
                <a:ea typeface="Arial"/>
                <a:cs typeface="Arial"/>
              </a:defRPr>
            </a:lvl7pPr>
            <a:lvl8pPr algn="l">
              <a:defRPr sz="3300" b="1">
                <a:solidFill>
                  <a:srgbClr val="102235"/>
                </a:solidFill>
                <a:latin typeface="Arial"/>
                <a:ea typeface="Arial"/>
                <a:cs typeface="Arial"/>
              </a:defRPr>
            </a:lvl8pPr>
            <a:lvl9pPr algn="l">
              <a:defRPr sz="3300" b="1">
                <a:solidFill>
                  <a:srgbClr val="102235"/>
                </a:solidFill>
                <a:latin typeface="Arial"/>
                <a:ea typeface="Arial"/>
                <a:cs typeface="Arial"/>
              </a:defRPr>
            </a:lvl9pPr>
          </a:lstStyle>
          <a:p xmlns:a="http://schemas.openxmlformats.org/drawingml/2006/main">
            <a:pPr algn="l">
              <a:defRPr sz="3300" b="1">
                <a:solidFill>
                  <a:srgbClr val="102235"/>
                </a:solidFill>
                <a:latin typeface="Arial"/>
                <a:ea typeface="Arial"/>
                <a:cs typeface="Arial"/>
              </a:defRPr>
            </a:pPr>
            <a:r>
              <a:rPr sz="3300" b="1">
                <a:solidFill>
                  <a:srgbClr val="102235"/>
                </a:solidFill>
                <a:latin typeface="Arial"/>
                <a:ea typeface="Arial"/>
                <a:cs typeface="Arial"/>
              </a:rPr>
              <a:t>Conclusión y próximos pasos</a:t>
            </a:r>
          </a:p>
        </p:txBody>
      </p:sp>
      <p:sp>
        <p:nvSpPr>
          <p:cNvPr id="2" name="">
            <a:extLst xmlns:a="http://schemas.openxmlformats.org/drawingml/2006/main">
              <a:ext uri="{FF2B5EF4-FFF2-40B4-BE49-F238E27FC236}">
                <a16:creationId xmlns:a16="http://schemas.microsoft.com/office/drawing/2014/main" id="{A4314F8C-7C26-410E-A0AA-AE9EF30D3006}"/>
              </a:ext>
            </a:extLst>
          </p:cNvPr>
          <p:cNvSpPr>
            <a:spLocks xmlns:a="http://schemas.openxmlformats.org/drawingml/2006/main" noGrp="1"/>
          </p:cNvSpPr>
          <p:nvPr/>
        </p:nvSpPr>
        <p:spPr>
          <a:xfrm xmlns:a="http://schemas.openxmlformats.org/drawingml/2006/main">
            <a:off x="590550" y="1028700"/>
            <a:ext cx="800100" cy="47625"/>
          </a:xfrm>
          <a:prstGeom xmlns:a="http://schemas.openxmlformats.org/drawingml/2006/main" prst="rect">
            <a:avLst/>
          </a:prstGeom>
          <a:solidFill xmlns:a="http://schemas.openxmlformats.org/drawingml/2006/main">
            <a:srgbClr val="078C8C"/>
          </a:solidFill>
          <a:ln xmlns:a="http://schemas.openxmlformats.org/drawingml/2006/main" w="0">
            <a:solidFill>
              <a:srgbClr val="078C8C"/>
            </a:solidFill>
            <a:prstDash val="solid"/>
          </a:ln>
        </p:spPr>
      </p:sp>
      <p:sp>
        <p:nvSpPr>
          <p:cNvPr id="3" name="">
            <a:extLst xmlns:a="http://schemas.openxmlformats.org/drawingml/2006/main">
              <a:ext uri="{FF2B5EF4-FFF2-40B4-BE49-F238E27FC236}">
                <a16:creationId xmlns:a16="http://schemas.microsoft.com/office/drawing/2014/main" id="{93DE6653-7249-46D0-A328-44B9FB3BAECE}"/>
              </a:ext>
            </a:extLst>
          </p:cNvPr>
          <p:cNvSpPr>
            <a:spLocks xmlns:a="http://schemas.openxmlformats.org/drawingml/2006/main" noGrp="1"/>
          </p:cNvSpPr>
          <p:nvPr/>
        </p:nvSpPr>
        <p:spPr>
          <a:xfrm xmlns:a="http://schemas.openxmlformats.org/drawingml/2006/main">
            <a:off x="10715625" y="476250"/>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526879"/>
                </a:solidFill>
                <a:latin typeface="Arial"/>
                <a:ea typeface="Arial"/>
                <a:cs typeface="Arial"/>
              </a:defRPr>
            </a:defPPr>
            <a:lvl1pPr algn="r">
              <a:defRPr sz="1125" b="1">
                <a:solidFill>
                  <a:srgbClr val="526879"/>
                </a:solidFill>
                <a:latin typeface="Arial"/>
                <a:ea typeface="Arial"/>
                <a:cs typeface="Arial"/>
              </a:defRPr>
            </a:lvl1pPr>
            <a:lvl2pPr algn="r">
              <a:defRPr sz="1125" b="1">
                <a:solidFill>
                  <a:srgbClr val="526879"/>
                </a:solidFill>
                <a:latin typeface="Arial"/>
                <a:ea typeface="Arial"/>
                <a:cs typeface="Arial"/>
              </a:defRPr>
            </a:lvl2pPr>
            <a:lvl3pPr algn="r">
              <a:defRPr sz="1125" b="1">
                <a:solidFill>
                  <a:srgbClr val="526879"/>
                </a:solidFill>
                <a:latin typeface="Arial"/>
                <a:ea typeface="Arial"/>
                <a:cs typeface="Arial"/>
              </a:defRPr>
            </a:lvl3pPr>
            <a:lvl4pPr algn="r">
              <a:defRPr sz="1125" b="1">
                <a:solidFill>
                  <a:srgbClr val="526879"/>
                </a:solidFill>
                <a:latin typeface="Arial"/>
                <a:ea typeface="Arial"/>
                <a:cs typeface="Arial"/>
              </a:defRPr>
            </a:lvl4pPr>
            <a:lvl5pPr algn="r">
              <a:defRPr sz="1125" b="1">
                <a:solidFill>
                  <a:srgbClr val="526879"/>
                </a:solidFill>
                <a:latin typeface="Arial"/>
                <a:ea typeface="Arial"/>
                <a:cs typeface="Arial"/>
              </a:defRPr>
            </a:lvl5pPr>
            <a:lvl6pPr algn="r">
              <a:defRPr sz="1125" b="1">
                <a:solidFill>
                  <a:srgbClr val="526879"/>
                </a:solidFill>
                <a:latin typeface="Arial"/>
                <a:ea typeface="Arial"/>
                <a:cs typeface="Arial"/>
              </a:defRPr>
            </a:lvl6pPr>
            <a:lvl7pPr algn="r">
              <a:defRPr sz="1125" b="1">
                <a:solidFill>
                  <a:srgbClr val="526879"/>
                </a:solidFill>
                <a:latin typeface="Arial"/>
                <a:ea typeface="Arial"/>
                <a:cs typeface="Arial"/>
              </a:defRPr>
            </a:lvl7pPr>
            <a:lvl8pPr algn="r">
              <a:defRPr sz="1125" b="1">
                <a:solidFill>
                  <a:srgbClr val="526879"/>
                </a:solidFill>
                <a:latin typeface="Arial"/>
                <a:ea typeface="Arial"/>
                <a:cs typeface="Arial"/>
              </a:defRPr>
            </a:lvl8pPr>
            <a:lvl9pPr algn="r">
              <a:defRPr sz="1125" b="1">
                <a:solidFill>
                  <a:srgbClr val="526879"/>
                </a:solidFill>
                <a:latin typeface="Arial"/>
                <a:ea typeface="Arial"/>
                <a:cs typeface="Arial"/>
              </a:defRPr>
            </a:lvl9pPr>
          </a:lstStyle>
          <a:p xmlns:a="http://schemas.openxmlformats.org/drawingml/2006/main">
            <a:pPr algn="r">
              <a:defRPr sz="1125" b="1">
                <a:solidFill>
                  <a:srgbClr val="526879"/>
                </a:solidFill>
                <a:latin typeface="Arial"/>
                <a:ea typeface="Arial"/>
                <a:cs typeface="Arial"/>
              </a:defRPr>
            </a:pPr>
            <a:r>
              <a:rPr sz="1125" b="1">
                <a:solidFill>
                  <a:srgbClr val="526879"/>
                </a:solidFill>
                <a:latin typeface="Arial"/>
                <a:ea typeface="Arial"/>
                <a:cs typeface="Arial"/>
              </a:rPr>
              <a:t>08 / 08</a:t>
            </a:r>
          </a:p>
        </p:txBody>
      </p:sp>
      <p:sp>
        <p:nvSpPr>
          <p:cNvPr id="4" name="">
            <a:extLst xmlns:a="http://schemas.openxmlformats.org/drawingml/2006/main">
              <a:ext uri="{FF2B5EF4-FFF2-40B4-BE49-F238E27FC236}">
                <a16:creationId xmlns:a16="http://schemas.microsoft.com/office/drawing/2014/main" id="{D2CF2792-5C81-40C4-A496-D6994E127408}"/>
              </a:ext>
            </a:extLst>
          </p:cNvPr>
          <p:cNvSpPr>
            <a:spLocks xmlns:a="http://schemas.openxmlformats.org/drawingml/2006/main" noGrp="1"/>
          </p:cNvSpPr>
          <p:nvPr/>
        </p:nvSpPr>
        <p:spPr>
          <a:xfrm xmlns:a="http://schemas.openxmlformats.org/drawingml/2006/main">
            <a:off x="685800" y="1476375"/>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078C8C"/>
                </a:solidFill>
                <a:latin typeface="Arial"/>
                <a:ea typeface="Arial"/>
                <a:cs typeface="Arial"/>
              </a:defRPr>
            </a:defPPr>
            <a:lvl1pPr algn="l">
              <a:defRPr sz="2025" b="1">
                <a:solidFill>
                  <a:srgbClr val="078C8C"/>
                </a:solidFill>
                <a:latin typeface="Arial"/>
                <a:ea typeface="Arial"/>
                <a:cs typeface="Arial"/>
              </a:defRPr>
            </a:lvl1pPr>
            <a:lvl2pPr algn="l">
              <a:defRPr sz="2025" b="1">
                <a:solidFill>
                  <a:srgbClr val="078C8C"/>
                </a:solidFill>
                <a:latin typeface="Arial"/>
                <a:ea typeface="Arial"/>
                <a:cs typeface="Arial"/>
              </a:defRPr>
            </a:lvl2pPr>
            <a:lvl3pPr algn="l">
              <a:defRPr sz="2025" b="1">
                <a:solidFill>
                  <a:srgbClr val="078C8C"/>
                </a:solidFill>
                <a:latin typeface="Arial"/>
                <a:ea typeface="Arial"/>
                <a:cs typeface="Arial"/>
              </a:defRPr>
            </a:lvl3pPr>
            <a:lvl4pPr algn="l">
              <a:defRPr sz="2025" b="1">
                <a:solidFill>
                  <a:srgbClr val="078C8C"/>
                </a:solidFill>
                <a:latin typeface="Arial"/>
                <a:ea typeface="Arial"/>
                <a:cs typeface="Arial"/>
              </a:defRPr>
            </a:lvl4pPr>
            <a:lvl5pPr algn="l">
              <a:defRPr sz="2025" b="1">
                <a:solidFill>
                  <a:srgbClr val="078C8C"/>
                </a:solidFill>
                <a:latin typeface="Arial"/>
                <a:ea typeface="Arial"/>
                <a:cs typeface="Arial"/>
              </a:defRPr>
            </a:lvl5pPr>
            <a:lvl6pPr algn="l">
              <a:defRPr sz="2025" b="1">
                <a:solidFill>
                  <a:srgbClr val="078C8C"/>
                </a:solidFill>
                <a:latin typeface="Arial"/>
                <a:ea typeface="Arial"/>
                <a:cs typeface="Arial"/>
              </a:defRPr>
            </a:lvl6pPr>
            <a:lvl7pPr algn="l">
              <a:defRPr sz="2025" b="1">
                <a:solidFill>
                  <a:srgbClr val="078C8C"/>
                </a:solidFill>
                <a:latin typeface="Arial"/>
                <a:ea typeface="Arial"/>
                <a:cs typeface="Arial"/>
              </a:defRPr>
            </a:lvl7pPr>
            <a:lvl8pPr algn="l">
              <a:defRPr sz="2025" b="1">
                <a:solidFill>
                  <a:srgbClr val="078C8C"/>
                </a:solidFill>
                <a:latin typeface="Arial"/>
                <a:ea typeface="Arial"/>
                <a:cs typeface="Arial"/>
              </a:defRPr>
            </a:lvl8pPr>
            <a:lvl9pPr algn="l">
              <a:defRPr sz="2025" b="1">
                <a:solidFill>
                  <a:srgbClr val="078C8C"/>
                </a:solidFill>
                <a:latin typeface="Arial"/>
                <a:ea typeface="Arial"/>
                <a:cs typeface="Arial"/>
              </a:defRPr>
            </a:lvl9pPr>
          </a:lstStyle>
          <a:p xmlns:a="http://schemas.openxmlformats.org/drawingml/2006/main">
            <a:pPr algn="l">
              <a:defRPr sz="2025" b="1">
                <a:solidFill>
                  <a:srgbClr val="078C8C"/>
                </a:solidFill>
                <a:latin typeface="Arial"/>
                <a:ea typeface="Arial"/>
                <a:cs typeface="Arial"/>
              </a:defRPr>
            </a:pPr>
            <a:r>
              <a:rPr sz="2025" b="1">
                <a:solidFill>
                  <a:srgbClr val="078C8C"/>
                </a:solidFill>
                <a:latin typeface="Arial"/>
                <a:ea typeface="Arial"/>
                <a:cs typeface="Arial"/>
              </a:rPr>
              <a:t>Logrado</a:t>
            </a:r>
          </a:p>
        </p:txBody>
      </p:sp>
      <p:sp>
        <p:nvSpPr>
          <p:cNvPr id="5" name="">
            <a:extLst xmlns:a="http://schemas.openxmlformats.org/drawingml/2006/main">
              <a:ext uri="{FF2B5EF4-FFF2-40B4-BE49-F238E27FC236}">
                <a16:creationId xmlns:a16="http://schemas.microsoft.com/office/drawing/2014/main" id="{34B0E8F1-C047-47B1-AE41-FB4D08B9A665}"/>
              </a:ext>
            </a:extLst>
          </p:cNvPr>
          <p:cNvSpPr>
            <a:spLocks xmlns:a="http://schemas.openxmlformats.org/drawingml/2006/main" noGrp="1"/>
          </p:cNvSpPr>
          <p:nvPr/>
        </p:nvSpPr>
        <p:spPr>
          <a:xfrm xmlns:a="http://schemas.openxmlformats.org/drawingml/2006/main">
            <a:off x="685800" y="2076450"/>
            <a:ext cx="504825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B3A"/>
                </a:solidFill>
                <a:latin typeface="Arial"/>
                <a:ea typeface="Arial"/>
                <a:cs typeface="Arial"/>
              </a:defRPr>
            </a:defPPr>
            <a:lvl1pPr algn="l">
              <a:defRPr sz="1650" b="0">
                <a:solidFill>
                  <a:srgbClr val="172B3A"/>
                </a:solidFill>
                <a:latin typeface="Arial"/>
                <a:ea typeface="Arial"/>
                <a:cs typeface="Arial"/>
              </a:defRPr>
            </a:lvl1pPr>
            <a:lvl2pPr algn="l">
              <a:defRPr sz="1650" b="0">
                <a:solidFill>
                  <a:srgbClr val="172B3A"/>
                </a:solidFill>
                <a:latin typeface="Arial"/>
                <a:ea typeface="Arial"/>
                <a:cs typeface="Arial"/>
              </a:defRPr>
            </a:lvl2pPr>
            <a:lvl3pPr algn="l">
              <a:defRPr sz="1650" b="0">
                <a:solidFill>
                  <a:srgbClr val="172B3A"/>
                </a:solidFill>
                <a:latin typeface="Arial"/>
                <a:ea typeface="Arial"/>
                <a:cs typeface="Arial"/>
              </a:defRPr>
            </a:lvl3pPr>
            <a:lvl4pPr algn="l">
              <a:defRPr sz="1650" b="0">
                <a:solidFill>
                  <a:srgbClr val="172B3A"/>
                </a:solidFill>
                <a:latin typeface="Arial"/>
                <a:ea typeface="Arial"/>
                <a:cs typeface="Arial"/>
              </a:defRPr>
            </a:lvl4pPr>
            <a:lvl5pPr algn="l">
              <a:defRPr sz="1650" b="0">
                <a:solidFill>
                  <a:srgbClr val="172B3A"/>
                </a:solidFill>
                <a:latin typeface="Arial"/>
                <a:ea typeface="Arial"/>
                <a:cs typeface="Arial"/>
              </a:defRPr>
            </a:lvl5pPr>
            <a:lvl6pPr algn="l">
              <a:defRPr sz="1650" b="0">
                <a:solidFill>
                  <a:srgbClr val="172B3A"/>
                </a:solidFill>
                <a:latin typeface="Arial"/>
                <a:ea typeface="Arial"/>
                <a:cs typeface="Arial"/>
              </a:defRPr>
            </a:lvl6pPr>
            <a:lvl7pPr algn="l">
              <a:defRPr sz="1650" b="0">
                <a:solidFill>
                  <a:srgbClr val="172B3A"/>
                </a:solidFill>
                <a:latin typeface="Arial"/>
                <a:ea typeface="Arial"/>
                <a:cs typeface="Arial"/>
              </a:defRPr>
            </a:lvl7pPr>
            <a:lvl8pPr algn="l">
              <a:defRPr sz="1650" b="0">
                <a:solidFill>
                  <a:srgbClr val="172B3A"/>
                </a:solidFill>
                <a:latin typeface="Arial"/>
                <a:ea typeface="Arial"/>
                <a:cs typeface="Arial"/>
              </a:defRPr>
            </a:lvl8pPr>
            <a:lvl9pPr algn="l">
              <a:defRPr sz="1650" b="0">
                <a:solidFill>
                  <a:srgbClr val="172B3A"/>
                </a:solidFill>
                <a:latin typeface="Arial"/>
                <a:ea typeface="Arial"/>
                <a:cs typeface="Arial"/>
              </a:defRPr>
            </a:lvl9pPr>
          </a:lstStyle>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OIDC con MSAL y PKCE</a:t>
            </a:r>
          </a:p>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JWT authorizer para la API</a:t>
            </a:r>
          </a:p>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Servicios Docker conectados a MariaDB</a:t>
            </a:r>
          </a:p>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Eventos RabbitMQ con DLQ</a:t>
            </a:r>
          </a:p>
        </p:txBody>
      </p:sp>
      <p:sp>
        <p:nvSpPr>
          <p:cNvPr id="6" name="">
            <a:extLst xmlns:a="http://schemas.openxmlformats.org/drawingml/2006/main">
              <a:ext uri="{FF2B5EF4-FFF2-40B4-BE49-F238E27FC236}">
                <a16:creationId xmlns:a16="http://schemas.microsoft.com/office/drawing/2014/main" id="{FA23452F-C1F4-4A7B-9279-74AF21972047}"/>
              </a:ext>
            </a:extLst>
          </p:cNvPr>
          <p:cNvSpPr>
            <a:spLocks xmlns:a="http://schemas.openxmlformats.org/drawingml/2006/main" noGrp="1"/>
          </p:cNvSpPr>
          <p:nvPr/>
        </p:nvSpPr>
        <p:spPr>
          <a:xfrm xmlns:a="http://schemas.openxmlformats.org/drawingml/2006/main">
            <a:off x="6210300" y="1438275"/>
            <a:ext cx="19050" cy="3943350"/>
          </a:xfrm>
          <a:prstGeom xmlns:a="http://schemas.openxmlformats.org/drawingml/2006/main" prst="rect">
            <a:avLst/>
          </a:prstGeom>
          <a:solidFill xmlns:a="http://schemas.openxmlformats.org/drawingml/2006/main">
            <a:srgbClr val="BED0DA"/>
          </a:solidFill>
          <a:ln xmlns:a="http://schemas.openxmlformats.org/drawingml/2006/main" w="0">
            <a:solidFill>
              <a:srgbClr val="BED0DA"/>
            </a:solidFill>
            <a:prstDash val="solid"/>
          </a:ln>
        </p:spPr>
      </p:sp>
      <p:sp>
        <p:nvSpPr>
          <p:cNvPr id="7" name="">
            <a:extLst xmlns:a="http://schemas.openxmlformats.org/drawingml/2006/main">
              <a:ext uri="{FF2B5EF4-FFF2-40B4-BE49-F238E27FC236}">
                <a16:creationId xmlns:a16="http://schemas.microsoft.com/office/drawing/2014/main" id="{53826578-734B-4864-B143-E362222CCC8F}"/>
              </a:ext>
            </a:extLst>
          </p:cNvPr>
          <p:cNvSpPr>
            <a:spLocks xmlns:a="http://schemas.openxmlformats.org/drawingml/2006/main" noGrp="1"/>
          </p:cNvSpPr>
          <p:nvPr/>
        </p:nvSpPr>
        <p:spPr>
          <a:xfrm xmlns:a="http://schemas.openxmlformats.org/drawingml/2006/main">
            <a:off x="6705600" y="1476375"/>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E79845"/>
                </a:solidFill>
                <a:latin typeface="Arial"/>
                <a:ea typeface="Arial"/>
                <a:cs typeface="Arial"/>
              </a:defRPr>
            </a:defPPr>
            <a:lvl1pPr algn="l">
              <a:defRPr sz="2025" b="1">
                <a:solidFill>
                  <a:srgbClr val="E79845"/>
                </a:solidFill>
                <a:latin typeface="Arial"/>
                <a:ea typeface="Arial"/>
                <a:cs typeface="Arial"/>
              </a:defRPr>
            </a:lvl1pPr>
            <a:lvl2pPr algn="l">
              <a:defRPr sz="2025" b="1">
                <a:solidFill>
                  <a:srgbClr val="E79845"/>
                </a:solidFill>
                <a:latin typeface="Arial"/>
                <a:ea typeface="Arial"/>
                <a:cs typeface="Arial"/>
              </a:defRPr>
            </a:lvl2pPr>
            <a:lvl3pPr algn="l">
              <a:defRPr sz="2025" b="1">
                <a:solidFill>
                  <a:srgbClr val="E79845"/>
                </a:solidFill>
                <a:latin typeface="Arial"/>
                <a:ea typeface="Arial"/>
                <a:cs typeface="Arial"/>
              </a:defRPr>
            </a:lvl3pPr>
            <a:lvl4pPr algn="l">
              <a:defRPr sz="2025" b="1">
                <a:solidFill>
                  <a:srgbClr val="E79845"/>
                </a:solidFill>
                <a:latin typeface="Arial"/>
                <a:ea typeface="Arial"/>
                <a:cs typeface="Arial"/>
              </a:defRPr>
            </a:lvl4pPr>
            <a:lvl5pPr algn="l">
              <a:defRPr sz="2025" b="1">
                <a:solidFill>
                  <a:srgbClr val="E79845"/>
                </a:solidFill>
                <a:latin typeface="Arial"/>
                <a:ea typeface="Arial"/>
                <a:cs typeface="Arial"/>
              </a:defRPr>
            </a:lvl5pPr>
            <a:lvl6pPr algn="l">
              <a:defRPr sz="2025" b="1">
                <a:solidFill>
                  <a:srgbClr val="E79845"/>
                </a:solidFill>
                <a:latin typeface="Arial"/>
                <a:ea typeface="Arial"/>
                <a:cs typeface="Arial"/>
              </a:defRPr>
            </a:lvl6pPr>
            <a:lvl7pPr algn="l">
              <a:defRPr sz="2025" b="1">
                <a:solidFill>
                  <a:srgbClr val="E79845"/>
                </a:solidFill>
                <a:latin typeface="Arial"/>
                <a:ea typeface="Arial"/>
                <a:cs typeface="Arial"/>
              </a:defRPr>
            </a:lvl7pPr>
            <a:lvl8pPr algn="l">
              <a:defRPr sz="2025" b="1">
                <a:solidFill>
                  <a:srgbClr val="E79845"/>
                </a:solidFill>
                <a:latin typeface="Arial"/>
                <a:ea typeface="Arial"/>
                <a:cs typeface="Arial"/>
              </a:defRPr>
            </a:lvl8pPr>
            <a:lvl9pPr algn="l">
              <a:defRPr sz="2025" b="1">
                <a:solidFill>
                  <a:srgbClr val="E79845"/>
                </a:solidFill>
                <a:latin typeface="Arial"/>
                <a:ea typeface="Arial"/>
                <a:cs typeface="Arial"/>
              </a:defRPr>
            </a:lvl9pPr>
          </a:lstStyle>
          <a:p xmlns:a="http://schemas.openxmlformats.org/drawingml/2006/main">
            <a:pPr algn="l">
              <a:defRPr sz="2025" b="1">
                <a:solidFill>
                  <a:srgbClr val="E79845"/>
                </a:solidFill>
                <a:latin typeface="Arial"/>
                <a:ea typeface="Arial"/>
                <a:cs typeface="Arial"/>
              </a:defRPr>
            </a:pPr>
            <a:r>
              <a:rPr sz="2025" b="1">
                <a:solidFill>
                  <a:srgbClr val="E79845"/>
                </a:solidFill>
                <a:latin typeface="Arial"/>
                <a:ea typeface="Arial"/>
                <a:cs typeface="Arial"/>
              </a:rPr>
              <a:t>Mejoras siguientes</a:t>
            </a:r>
          </a:p>
        </p:txBody>
      </p:sp>
      <p:sp>
        <p:nvSpPr>
          <p:cNvPr id="8" name="">
            <a:extLst xmlns:a="http://schemas.openxmlformats.org/drawingml/2006/main">
              <a:ext uri="{FF2B5EF4-FFF2-40B4-BE49-F238E27FC236}">
                <a16:creationId xmlns:a16="http://schemas.microsoft.com/office/drawing/2014/main" id="{A2DC879F-A82B-4525-BA4E-DB256998C392}"/>
              </a:ext>
            </a:extLst>
          </p:cNvPr>
          <p:cNvSpPr>
            <a:spLocks xmlns:a="http://schemas.openxmlformats.org/drawingml/2006/main" noGrp="1"/>
          </p:cNvSpPr>
          <p:nvPr/>
        </p:nvSpPr>
        <p:spPr>
          <a:xfrm xmlns:a="http://schemas.openxmlformats.org/drawingml/2006/main">
            <a:off x="6705600" y="2076450"/>
            <a:ext cx="4667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B3A"/>
                </a:solidFill>
                <a:latin typeface="Arial"/>
                <a:ea typeface="Arial"/>
                <a:cs typeface="Arial"/>
              </a:defRPr>
            </a:defPPr>
            <a:lvl1pPr algn="l">
              <a:defRPr sz="1650" b="0">
                <a:solidFill>
                  <a:srgbClr val="172B3A"/>
                </a:solidFill>
                <a:latin typeface="Arial"/>
                <a:ea typeface="Arial"/>
                <a:cs typeface="Arial"/>
              </a:defRPr>
            </a:lvl1pPr>
            <a:lvl2pPr algn="l">
              <a:defRPr sz="1650" b="0">
                <a:solidFill>
                  <a:srgbClr val="172B3A"/>
                </a:solidFill>
                <a:latin typeface="Arial"/>
                <a:ea typeface="Arial"/>
                <a:cs typeface="Arial"/>
              </a:defRPr>
            </a:lvl2pPr>
            <a:lvl3pPr algn="l">
              <a:defRPr sz="1650" b="0">
                <a:solidFill>
                  <a:srgbClr val="172B3A"/>
                </a:solidFill>
                <a:latin typeface="Arial"/>
                <a:ea typeface="Arial"/>
                <a:cs typeface="Arial"/>
              </a:defRPr>
            </a:lvl3pPr>
            <a:lvl4pPr algn="l">
              <a:defRPr sz="1650" b="0">
                <a:solidFill>
                  <a:srgbClr val="172B3A"/>
                </a:solidFill>
                <a:latin typeface="Arial"/>
                <a:ea typeface="Arial"/>
                <a:cs typeface="Arial"/>
              </a:defRPr>
            </a:lvl4pPr>
            <a:lvl5pPr algn="l">
              <a:defRPr sz="1650" b="0">
                <a:solidFill>
                  <a:srgbClr val="172B3A"/>
                </a:solidFill>
                <a:latin typeface="Arial"/>
                <a:ea typeface="Arial"/>
                <a:cs typeface="Arial"/>
              </a:defRPr>
            </a:lvl5pPr>
            <a:lvl6pPr algn="l">
              <a:defRPr sz="1650" b="0">
                <a:solidFill>
                  <a:srgbClr val="172B3A"/>
                </a:solidFill>
                <a:latin typeface="Arial"/>
                <a:ea typeface="Arial"/>
                <a:cs typeface="Arial"/>
              </a:defRPr>
            </a:lvl6pPr>
            <a:lvl7pPr algn="l">
              <a:defRPr sz="1650" b="0">
                <a:solidFill>
                  <a:srgbClr val="172B3A"/>
                </a:solidFill>
                <a:latin typeface="Arial"/>
                <a:ea typeface="Arial"/>
                <a:cs typeface="Arial"/>
              </a:defRPr>
            </a:lvl7pPr>
            <a:lvl8pPr algn="l">
              <a:defRPr sz="1650" b="0">
                <a:solidFill>
                  <a:srgbClr val="172B3A"/>
                </a:solidFill>
                <a:latin typeface="Arial"/>
                <a:ea typeface="Arial"/>
                <a:cs typeface="Arial"/>
              </a:defRPr>
            </a:lvl8pPr>
            <a:lvl9pPr algn="l">
              <a:defRPr sz="1650" b="0">
                <a:solidFill>
                  <a:srgbClr val="172B3A"/>
                </a:solidFill>
                <a:latin typeface="Arial"/>
                <a:ea typeface="Arial"/>
                <a:cs typeface="Arial"/>
              </a:defRPr>
            </a:lvl9pPr>
          </a:lstStyle>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Certificado HTTPS real y renovación automática</a:t>
            </a:r>
          </a:p>
          <a:p xmlns:a="http://schemas.openxmlformats.org/drawingml/2006/main">
            <a:r>
              <a:t/>
            </a:r>
          </a:p>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Secretos en AWS Secrets Manager o Parameter Store</a:t>
            </a:r>
          </a:p>
          <a:p xmlns:a="http://schemas.openxmlformats.org/drawingml/2006/main">
            <a:r>
              <a:t/>
            </a:r>
          </a:p>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Más nodos RabbitMQ y pruebas de tolerancia a fallos</a:t>
            </a:r>
          </a:p>
        </p:txBody>
      </p:sp>
      <p:sp>
        <p:nvSpPr>
          <p:cNvPr id="9" name="">
            <a:extLst xmlns:a="http://schemas.openxmlformats.org/drawingml/2006/main">
              <a:ext uri="{FF2B5EF4-FFF2-40B4-BE49-F238E27FC236}">
                <a16:creationId xmlns:a16="http://schemas.microsoft.com/office/drawing/2014/main" id="{17CDBF28-9DDC-48B3-90C9-0908A32BB7A9}"/>
              </a:ext>
            </a:extLst>
          </p:cNvPr>
          <p:cNvSpPr>
            <a:spLocks xmlns:a="http://schemas.openxmlformats.org/drawingml/2006/main" noGrp="1"/>
          </p:cNvSpPr>
          <p:nvPr/>
        </p:nvSpPr>
        <p:spPr>
          <a:xfrm xmlns:a="http://schemas.openxmlformats.org/drawingml/2006/main">
            <a:off x="685800" y="5743575"/>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02235"/>
                </a:solidFill>
                <a:latin typeface="Arial"/>
                <a:ea typeface="Arial"/>
                <a:cs typeface="Arial"/>
              </a:defRPr>
            </a:defPPr>
            <a:lvl1pPr algn="l">
              <a:defRPr sz="1725" b="1">
                <a:solidFill>
                  <a:srgbClr val="102235"/>
                </a:solidFill>
                <a:latin typeface="Arial"/>
                <a:ea typeface="Arial"/>
                <a:cs typeface="Arial"/>
              </a:defRPr>
            </a:lvl1pPr>
            <a:lvl2pPr algn="l">
              <a:defRPr sz="1725" b="1">
                <a:solidFill>
                  <a:srgbClr val="102235"/>
                </a:solidFill>
                <a:latin typeface="Arial"/>
                <a:ea typeface="Arial"/>
                <a:cs typeface="Arial"/>
              </a:defRPr>
            </a:lvl2pPr>
            <a:lvl3pPr algn="l">
              <a:defRPr sz="1725" b="1">
                <a:solidFill>
                  <a:srgbClr val="102235"/>
                </a:solidFill>
                <a:latin typeface="Arial"/>
                <a:ea typeface="Arial"/>
                <a:cs typeface="Arial"/>
              </a:defRPr>
            </a:lvl3pPr>
            <a:lvl4pPr algn="l">
              <a:defRPr sz="1725" b="1">
                <a:solidFill>
                  <a:srgbClr val="102235"/>
                </a:solidFill>
                <a:latin typeface="Arial"/>
                <a:ea typeface="Arial"/>
                <a:cs typeface="Arial"/>
              </a:defRPr>
            </a:lvl4pPr>
            <a:lvl5pPr algn="l">
              <a:defRPr sz="1725" b="1">
                <a:solidFill>
                  <a:srgbClr val="102235"/>
                </a:solidFill>
                <a:latin typeface="Arial"/>
                <a:ea typeface="Arial"/>
                <a:cs typeface="Arial"/>
              </a:defRPr>
            </a:lvl5pPr>
            <a:lvl6pPr algn="l">
              <a:defRPr sz="1725" b="1">
                <a:solidFill>
                  <a:srgbClr val="102235"/>
                </a:solidFill>
                <a:latin typeface="Arial"/>
                <a:ea typeface="Arial"/>
                <a:cs typeface="Arial"/>
              </a:defRPr>
            </a:lvl6pPr>
            <a:lvl7pPr algn="l">
              <a:defRPr sz="1725" b="1">
                <a:solidFill>
                  <a:srgbClr val="102235"/>
                </a:solidFill>
                <a:latin typeface="Arial"/>
                <a:ea typeface="Arial"/>
                <a:cs typeface="Arial"/>
              </a:defRPr>
            </a:lvl7pPr>
            <a:lvl8pPr algn="l">
              <a:defRPr sz="1725" b="1">
                <a:solidFill>
                  <a:srgbClr val="102235"/>
                </a:solidFill>
                <a:latin typeface="Arial"/>
                <a:ea typeface="Arial"/>
                <a:cs typeface="Arial"/>
              </a:defRPr>
            </a:lvl8pPr>
            <a:lvl9pPr algn="l">
              <a:defRPr sz="1725" b="1">
                <a:solidFill>
                  <a:srgbClr val="102235"/>
                </a:solidFill>
                <a:latin typeface="Arial"/>
                <a:ea typeface="Arial"/>
                <a:cs typeface="Arial"/>
              </a:defRPr>
            </a:lvl9pPr>
          </a:lstStyle>
          <a:p xmlns:a="http://schemas.openxmlformats.org/drawingml/2006/main">
            <a:pPr algn="l">
              <a:defRPr sz="1725" b="1">
                <a:solidFill>
                  <a:srgbClr val="102235"/>
                </a:solidFill>
                <a:latin typeface="Arial"/>
                <a:ea typeface="Arial"/>
                <a:cs typeface="Arial"/>
              </a:defRPr>
            </a:pPr>
            <a:r>
              <a:rPr sz="1725" b="1">
                <a:solidFill>
                  <a:srgbClr val="102235"/>
                </a:solidFill>
                <a:latin typeface="Arial"/>
                <a:ea typeface="Arial"/>
                <a:cs typeface="Arial"/>
              </a:rPr>
              <a:t>Pedidos360 integra identidad, servicios y operación en una sola solución.</a:t>
            </a:r>
          </a:p>
        </p:txBody>
      </p:sp>
    </p:spTree>
    <p:extLst>
      <p:ext uri="{BB962C8B-B14F-4D97-AF65-F5344CB8AC3E}">
        <p14:creationId xmlns:p14="http://schemas.microsoft.com/office/powerpoint/2010/main" val="15600168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2026-10-18T21:57:41.6140000Z</dcterms:created>
  <dcterms:modified xsi:type="dcterms:W3CDTF">2026-10-18T21:57:41.6140000Z</dcterms:modified>
</coreProperties>
</file>